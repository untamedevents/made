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media/image57.jpg" ContentType="image/jpg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7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media/image104.jpg" ContentType="image/jpg"/>
  <Override PartName="/ppt/media/image107.jpg" ContentType="image/jpg"/>
  <Override PartName="/ppt/media/image108.jpg" ContentType="image/jpg"/>
  <Override PartName="/ppt/media/image109.jpg" ContentType="image/jpg"/>
  <Override PartName="/ppt/media/image110.jpg" ContentType="image/jp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673" r:id="rId3"/>
    <p:sldMasterId id="2147483691" r:id="rId4"/>
  </p:sldMasterIdLst>
  <p:notesMasterIdLst>
    <p:notesMasterId r:id="rId85"/>
  </p:notesMasterIdLst>
  <p:sldIdLst>
    <p:sldId id="256" r:id="rId5"/>
    <p:sldId id="900" r:id="rId6"/>
    <p:sldId id="870" r:id="rId7"/>
    <p:sldId id="871" r:id="rId8"/>
    <p:sldId id="295" r:id="rId9"/>
    <p:sldId id="872" r:id="rId10"/>
    <p:sldId id="264" r:id="rId11"/>
    <p:sldId id="873" r:id="rId12"/>
    <p:sldId id="875" r:id="rId13"/>
    <p:sldId id="874" r:id="rId14"/>
    <p:sldId id="879" r:id="rId15"/>
    <p:sldId id="876" r:id="rId16"/>
    <p:sldId id="494" r:id="rId17"/>
    <p:sldId id="495" r:id="rId18"/>
    <p:sldId id="496" r:id="rId19"/>
    <p:sldId id="498" r:id="rId20"/>
    <p:sldId id="499" r:id="rId21"/>
    <p:sldId id="497" r:id="rId22"/>
    <p:sldId id="623" r:id="rId23"/>
    <p:sldId id="340" r:id="rId24"/>
    <p:sldId id="348" r:id="rId25"/>
    <p:sldId id="351" r:id="rId26"/>
    <p:sldId id="352" r:id="rId27"/>
    <p:sldId id="279" r:id="rId28"/>
    <p:sldId id="354" r:id="rId29"/>
    <p:sldId id="624" r:id="rId30"/>
    <p:sldId id="459" r:id="rId31"/>
    <p:sldId id="386" r:id="rId32"/>
    <p:sldId id="513" r:id="rId33"/>
    <p:sldId id="391" r:id="rId34"/>
    <p:sldId id="266" r:id="rId35"/>
    <p:sldId id="465" r:id="rId36"/>
    <p:sldId id="353" r:id="rId37"/>
    <p:sldId id="467" r:id="rId38"/>
    <p:sldId id="483" r:id="rId39"/>
    <p:sldId id="309" r:id="rId40"/>
    <p:sldId id="491" r:id="rId41"/>
    <p:sldId id="500" r:id="rId42"/>
    <p:sldId id="434" r:id="rId43"/>
    <p:sldId id="504" r:id="rId44"/>
    <p:sldId id="509" r:id="rId45"/>
    <p:sldId id="516" r:id="rId46"/>
    <p:sldId id="637" r:id="rId47"/>
    <p:sldId id="541" r:id="rId48"/>
    <p:sldId id="543" r:id="rId49"/>
    <p:sldId id="544" r:id="rId50"/>
    <p:sldId id="545" r:id="rId51"/>
    <p:sldId id="546" r:id="rId52"/>
    <p:sldId id="548" r:id="rId53"/>
    <p:sldId id="566" r:id="rId54"/>
    <p:sldId id="562" r:id="rId55"/>
    <p:sldId id="301" r:id="rId56"/>
    <p:sldId id="638" r:id="rId57"/>
    <p:sldId id="880" r:id="rId58"/>
    <p:sldId id="881" r:id="rId59"/>
    <p:sldId id="639" r:id="rId60"/>
    <p:sldId id="640" r:id="rId61"/>
    <p:sldId id="851" r:id="rId62"/>
    <p:sldId id="859" r:id="rId63"/>
    <p:sldId id="860" r:id="rId64"/>
    <p:sldId id="861" r:id="rId65"/>
    <p:sldId id="862" r:id="rId66"/>
    <p:sldId id="868" r:id="rId67"/>
    <p:sldId id="866" r:id="rId68"/>
    <p:sldId id="621" r:id="rId69"/>
    <p:sldId id="355" r:id="rId70"/>
    <p:sldId id="643" r:id="rId71"/>
    <p:sldId id="779" r:id="rId72"/>
    <p:sldId id="270" r:id="rId73"/>
    <p:sldId id="380" r:id="rId74"/>
    <p:sldId id="869" r:id="rId75"/>
    <p:sldId id="877" r:id="rId76"/>
    <p:sldId id="878" r:id="rId77"/>
    <p:sldId id="273" r:id="rId78"/>
    <p:sldId id="283" r:id="rId79"/>
    <p:sldId id="901" r:id="rId80"/>
    <p:sldId id="902" r:id="rId81"/>
    <p:sldId id="903" r:id="rId82"/>
    <p:sldId id="904" r:id="rId83"/>
    <p:sldId id="320" r:id="rId84"/>
  </p:sldIdLst>
  <p:sldSz cx="12192000" cy="6858000"/>
  <p:notesSz cx="7315200" cy="9601200"/>
  <p:custDataLst>
    <p:tags r:id="rId8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641840-5C98-4B61-822E-437C0ABBD3C5}" v="4" dt="2026-09-30T10:55:57.4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theme" Target="theme/theme1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tableStyles" Target="tableStyles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viewProps" Target="viewProps.xml"/><Relationship Id="rId9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tags" Target="tags/tag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microsoft.com/office/2015/10/relationships/revisionInfo" Target="revisionInfo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presProps" Target="pres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hu Suri" userId="a1d8aba5515ec69d" providerId="LiveId" clId="{FAB3E168-A1A1-40F1-8586-9B8115C31BCA}"/>
    <pc:docChg chg="undo custSel addSld modSld">
      <pc:chgData name="Anshu Suri" userId="a1d8aba5515ec69d" providerId="LiveId" clId="{FAB3E168-A1A1-40F1-8586-9B8115C31BCA}" dt="2026-09-30T13:32:56.382" v="259" actId="313"/>
      <pc:docMkLst>
        <pc:docMk/>
      </pc:docMkLst>
      <pc:sldChg chg="addSp delSp modSp new mod modClrScheme chgLayout">
        <pc:chgData name="Anshu Suri" userId="a1d8aba5515ec69d" providerId="LiveId" clId="{FAB3E168-A1A1-40F1-8586-9B8115C31BCA}" dt="2026-09-30T10:54:51.011" v="25" actId="20577"/>
        <pc:sldMkLst>
          <pc:docMk/>
          <pc:sldMk cId="1321377809" sldId="901"/>
        </pc:sldMkLst>
        <pc:spChg chg="del">
          <ac:chgData name="Anshu Suri" userId="a1d8aba5515ec69d" providerId="LiveId" clId="{FAB3E168-A1A1-40F1-8586-9B8115C31BCA}" dt="2026-09-30T10:54:26.231" v="1" actId="700"/>
          <ac:spMkLst>
            <pc:docMk/>
            <pc:sldMk cId="1321377809" sldId="901"/>
            <ac:spMk id="2" creationId="{F8BE383E-310E-05DD-027A-0D14212B14A4}"/>
          </ac:spMkLst>
        </pc:spChg>
        <pc:spChg chg="del">
          <ac:chgData name="Anshu Suri" userId="a1d8aba5515ec69d" providerId="LiveId" clId="{FAB3E168-A1A1-40F1-8586-9B8115C31BCA}" dt="2026-09-30T10:54:26.231" v="1" actId="700"/>
          <ac:spMkLst>
            <pc:docMk/>
            <pc:sldMk cId="1321377809" sldId="901"/>
            <ac:spMk id="3" creationId="{FA751208-6548-F2D8-1A2E-0F42A33F51D7}"/>
          </ac:spMkLst>
        </pc:spChg>
        <pc:spChg chg="add del">
          <ac:chgData name="Anshu Suri" userId="a1d8aba5515ec69d" providerId="LiveId" clId="{FAB3E168-A1A1-40F1-8586-9B8115C31BCA}" dt="2026-09-30T10:54:31.414" v="3" actId="22"/>
          <ac:spMkLst>
            <pc:docMk/>
            <pc:sldMk cId="1321377809" sldId="901"/>
            <ac:spMk id="5" creationId="{50DF0545-46C7-F2AB-0848-3826C3BC8D30}"/>
          </ac:spMkLst>
        </pc:spChg>
        <pc:spChg chg="add mod">
          <ac:chgData name="Anshu Suri" userId="a1d8aba5515ec69d" providerId="LiveId" clId="{FAB3E168-A1A1-40F1-8586-9B8115C31BCA}" dt="2026-09-30T10:54:51.011" v="25" actId="20577"/>
          <ac:spMkLst>
            <pc:docMk/>
            <pc:sldMk cId="1321377809" sldId="901"/>
            <ac:spMk id="6" creationId="{1C845D2E-DAB1-6865-6F42-53639769DE78}"/>
          </ac:spMkLst>
        </pc:spChg>
        <pc:spChg chg="add mod">
          <ac:chgData name="Anshu Suri" userId="a1d8aba5515ec69d" providerId="LiveId" clId="{FAB3E168-A1A1-40F1-8586-9B8115C31BCA}" dt="2026-09-30T10:54:40.048" v="6" actId="27636"/>
          <ac:spMkLst>
            <pc:docMk/>
            <pc:sldMk cId="1321377809" sldId="901"/>
            <ac:spMk id="7" creationId="{730DF837-FDD7-F8C4-3112-5606F2FB0127}"/>
          </ac:spMkLst>
        </pc:spChg>
      </pc:sldChg>
      <pc:sldChg chg="modSp new mod">
        <pc:chgData name="Anshu Suri" userId="a1d8aba5515ec69d" providerId="LiveId" clId="{FAB3E168-A1A1-40F1-8586-9B8115C31BCA}" dt="2026-09-30T10:55:26.580" v="143" actId="5793"/>
        <pc:sldMkLst>
          <pc:docMk/>
          <pc:sldMk cId="3656835215" sldId="902"/>
        </pc:sldMkLst>
        <pc:spChg chg="mod">
          <ac:chgData name="Anshu Suri" userId="a1d8aba5515ec69d" providerId="LiveId" clId="{FAB3E168-A1A1-40F1-8586-9B8115C31BCA}" dt="2026-09-30T10:55:14.791" v="33" actId="20577"/>
          <ac:spMkLst>
            <pc:docMk/>
            <pc:sldMk cId="3656835215" sldId="902"/>
            <ac:spMk id="2" creationId="{7157C5EE-2651-8AD9-30A0-85216C0E5BEE}"/>
          </ac:spMkLst>
        </pc:spChg>
        <pc:spChg chg="mod">
          <ac:chgData name="Anshu Suri" userId="a1d8aba5515ec69d" providerId="LiveId" clId="{FAB3E168-A1A1-40F1-8586-9B8115C31BCA}" dt="2026-09-30T10:55:26.580" v="143" actId="5793"/>
          <ac:spMkLst>
            <pc:docMk/>
            <pc:sldMk cId="3656835215" sldId="902"/>
            <ac:spMk id="3" creationId="{811470E3-2217-14DA-63B6-C5595BF5F06F}"/>
          </ac:spMkLst>
        </pc:spChg>
      </pc:sldChg>
      <pc:sldChg chg="modSp new mod">
        <pc:chgData name="Anshu Suri" userId="a1d8aba5515ec69d" providerId="LiveId" clId="{FAB3E168-A1A1-40F1-8586-9B8115C31BCA}" dt="2026-09-30T13:32:56.382" v="259" actId="313"/>
        <pc:sldMkLst>
          <pc:docMk/>
          <pc:sldMk cId="383017184" sldId="903"/>
        </pc:sldMkLst>
        <pc:spChg chg="mod">
          <ac:chgData name="Anshu Suri" userId="a1d8aba5515ec69d" providerId="LiveId" clId="{FAB3E168-A1A1-40F1-8586-9B8115C31BCA}" dt="2026-09-30T10:55:43.369" v="157" actId="20577"/>
          <ac:spMkLst>
            <pc:docMk/>
            <pc:sldMk cId="383017184" sldId="903"/>
            <ac:spMk id="2" creationId="{E9E23581-559A-409A-32AF-CE9181436C0E}"/>
          </ac:spMkLst>
        </pc:spChg>
        <pc:spChg chg="mod">
          <ac:chgData name="Anshu Suri" userId="a1d8aba5515ec69d" providerId="LiveId" clId="{FAB3E168-A1A1-40F1-8586-9B8115C31BCA}" dt="2026-09-30T13:32:56.382" v="259" actId="313"/>
          <ac:spMkLst>
            <pc:docMk/>
            <pc:sldMk cId="383017184" sldId="903"/>
            <ac:spMk id="3" creationId="{7954930F-FC1B-0B51-EF6A-BB5C863C8321}"/>
          </ac:spMkLst>
        </pc:spChg>
      </pc:sldChg>
      <pc:sldChg chg="modSp new mod">
        <pc:chgData name="Anshu Suri" userId="a1d8aba5515ec69d" providerId="LiveId" clId="{FAB3E168-A1A1-40F1-8586-9B8115C31BCA}" dt="2026-09-30T10:56:01.519" v="169" actId="20577"/>
        <pc:sldMkLst>
          <pc:docMk/>
          <pc:sldMk cId="2792311208" sldId="904"/>
        </pc:sldMkLst>
        <pc:spChg chg="mod">
          <ac:chgData name="Anshu Suri" userId="a1d8aba5515ec69d" providerId="LiveId" clId="{FAB3E168-A1A1-40F1-8586-9B8115C31BCA}" dt="2026-09-30T10:56:01.519" v="169" actId="20577"/>
          <ac:spMkLst>
            <pc:docMk/>
            <pc:sldMk cId="2792311208" sldId="904"/>
            <ac:spMk id="2" creationId="{A5906578-95F4-DCE0-4B3A-7567850ADEC2}"/>
          </ac:spMkLst>
        </pc:spChg>
        <pc:spChg chg="mod">
          <ac:chgData name="Anshu Suri" userId="a1d8aba5515ec69d" providerId="LiveId" clId="{FAB3E168-A1A1-40F1-8586-9B8115C31BCA}" dt="2026-09-30T10:55:57.464" v="159"/>
          <ac:spMkLst>
            <pc:docMk/>
            <pc:sldMk cId="2792311208" sldId="904"/>
            <ac:spMk id="3" creationId="{A82BF142-A6CA-4EB8-9998-2A21D2920749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svg"/><Relationship Id="rId1" Type="http://schemas.openxmlformats.org/officeDocument/2006/relationships/image" Target="../media/image51.svg"/><Relationship Id="rId5" Type="http://schemas.openxmlformats.org/officeDocument/2006/relationships/image" Target="../media/image55.svg"/><Relationship Id="rId4" Type="http://schemas.openxmlformats.org/officeDocument/2006/relationships/image" Target="../media/image5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svg"/><Relationship Id="rId1" Type="http://schemas.openxmlformats.org/officeDocument/2006/relationships/image" Target="../media/image51.svg"/><Relationship Id="rId5" Type="http://schemas.openxmlformats.org/officeDocument/2006/relationships/image" Target="../media/image55.svg"/><Relationship Id="rId4" Type="http://schemas.openxmlformats.org/officeDocument/2006/relationships/image" Target="../media/image5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#1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#1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3252F6-87B9-4A39-8D63-3EE576D21FD8}" type="doc">
      <dgm:prSet loTypeId="urn:microsoft.com/office/officeart/2005/8/layout/chevron1" loCatId="process" qsTypeId="urn:microsoft.com/office/officeart/2005/8/quickstyle/simple2#1" qsCatId="simple" csTypeId="urn:microsoft.com/office/officeart/2005/8/colors/colorful1#1" csCatId="colorful" phldr="1"/>
      <dgm:spPr/>
    </dgm:pt>
    <dgm:pt modelId="{03BFB388-CA7D-4876-A1DE-34340A939DEE}">
      <dgm:prSet phldrT="[Text]"/>
      <dgm:spPr/>
      <dgm:t>
        <a:bodyPr/>
        <a:lstStyle/>
        <a:p>
          <a:r>
            <a:rPr lang="en-US" dirty="0"/>
            <a:t>Segmentation</a:t>
          </a:r>
        </a:p>
      </dgm:t>
    </dgm:pt>
    <dgm:pt modelId="{0E616528-350D-4A4B-A57A-0AEB371ECDBB}" type="parTrans" cxnId="{8EE17DCF-59D2-48CA-A2E0-10EE177ABE49}">
      <dgm:prSet/>
      <dgm:spPr/>
      <dgm:t>
        <a:bodyPr/>
        <a:lstStyle/>
        <a:p>
          <a:endParaRPr lang="en-US"/>
        </a:p>
      </dgm:t>
    </dgm:pt>
    <dgm:pt modelId="{EA28D639-2374-4516-87C6-0192CA049C27}" type="sibTrans" cxnId="{8EE17DCF-59D2-48CA-A2E0-10EE177ABE49}">
      <dgm:prSet/>
      <dgm:spPr/>
      <dgm:t>
        <a:bodyPr/>
        <a:lstStyle/>
        <a:p>
          <a:endParaRPr lang="en-US"/>
        </a:p>
      </dgm:t>
    </dgm:pt>
    <dgm:pt modelId="{5AFAC9C3-0E2F-44D0-949B-6477E1B3DE8F}">
      <dgm:prSet phldrT="[Text]"/>
      <dgm:spPr/>
      <dgm:t>
        <a:bodyPr/>
        <a:lstStyle/>
        <a:p>
          <a:r>
            <a:rPr lang="en-US" dirty="0"/>
            <a:t>Targeting</a:t>
          </a:r>
        </a:p>
      </dgm:t>
    </dgm:pt>
    <dgm:pt modelId="{8AC6152B-9822-4B43-9C4F-16EF0819EC6D}" type="parTrans" cxnId="{DC927267-3866-46A3-8ADB-582AA2B68473}">
      <dgm:prSet/>
      <dgm:spPr/>
      <dgm:t>
        <a:bodyPr/>
        <a:lstStyle/>
        <a:p>
          <a:endParaRPr lang="en-US"/>
        </a:p>
      </dgm:t>
    </dgm:pt>
    <dgm:pt modelId="{AF7B63DC-0355-4C07-83ED-791036F720B9}" type="sibTrans" cxnId="{DC927267-3866-46A3-8ADB-582AA2B68473}">
      <dgm:prSet/>
      <dgm:spPr/>
      <dgm:t>
        <a:bodyPr/>
        <a:lstStyle/>
        <a:p>
          <a:endParaRPr lang="en-US"/>
        </a:p>
      </dgm:t>
    </dgm:pt>
    <dgm:pt modelId="{24C6E954-E72F-40C0-8607-05879193A778}">
      <dgm:prSet phldrT="[Text]"/>
      <dgm:spPr/>
      <dgm:t>
        <a:bodyPr/>
        <a:lstStyle/>
        <a:p>
          <a:r>
            <a:rPr lang="en-US" dirty="0"/>
            <a:t>Positioning</a:t>
          </a:r>
        </a:p>
      </dgm:t>
    </dgm:pt>
    <dgm:pt modelId="{FFAEE6B7-1239-4804-AEBC-764B29B167D5}" type="parTrans" cxnId="{BC978DF0-15E1-4CED-825E-2FF0DDDB476A}">
      <dgm:prSet/>
      <dgm:spPr/>
      <dgm:t>
        <a:bodyPr/>
        <a:lstStyle/>
        <a:p>
          <a:endParaRPr lang="en-US"/>
        </a:p>
      </dgm:t>
    </dgm:pt>
    <dgm:pt modelId="{884C6189-2151-4DEE-904F-2CB5DF054B15}" type="sibTrans" cxnId="{BC978DF0-15E1-4CED-825E-2FF0DDDB476A}">
      <dgm:prSet/>
      <dgm:spPr/>
      <dgm:t>
        <a:bodyPr/>
        <a:lstStyle/>
        <a:p>
          <a:endParaRPr lang="en-US"/>
        </a:p>
      </dgm:t>
    </dgm:pt>
    <dgm:pt modelId="{D121F21B-577C-4829-9DA7-58D5D8A89787}" type="pres">
      <dgm:prSet presAssocID="{783252F6-87B9-4A39-8D63-3EE576D21FD8}" presName="Name0" presStyleCnt="0">
        <dgm:presLayoutVars>
          <dgm:dir/>
          <dgm:animLvl val="lvl"/>
          <dgm:resizeHandles val="exact"/>
        </dgm:presLayoutVars>
      </dgm:prSet>
      <dgm:spPr/>
    </dgm:pt>
    <dgm:pt modelId="{939B7CA8-D199-4A66-A1A9-31F1B7EF74D4}" type="pres">
      <dgm:prSet presAssocID="{03BFB388-CA7D-4876-A1DE-34340A939DEE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23DF7E4F-17DA-4733-920E-E1611F5566A8}" type="pres">
      <dgm:prSet presAssocID="{EA28D639-2374-4516-87C6-0192CA049C27}" presName="parTxOnlySpace" presStyleCnt="0"/>
      <dgm:spPr/>
    </dgm:pt>
    <dgm:pt modelId="{F4E531DE-9EC3-4C4E-BD65-0E5077F7109F}" type="pres">
      <dgm:prSet presAssocID="{5AFAC9C3-0E2F-44D0-949B-6477E1B3DE8F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D573CD64-F2D0-416F-B67B-3A4433570985}" type="pres">
      <dgm:prSet presAssocID="{AF7B63DC-0355-4C07-83ED-791036F720B9}" presName="parTxOnlySpace" presStyleCnt="0"/>
      <dgm:spPr/>
    </dgm:pt>
    <dgm:pt modelId="{9BF9E281-F59E-4626-BB17-50D2CF725FCC}" type="pres">
      <dgm:prSet presAssocID="{24C6E954-E72F-40C0-8607-05879193A778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B63D817-D3F3-4B25-9791-B41624D02F79}" type="presOf" srcId="{783252F6-87B9-4A39-8D63-3EE576D21FD8}" destId="{D121F21B-577C-4829-9DA7-58D5D8A89787}" srcOrd="0" destOrd="0" presId="urn:microsoft.com/office/officeart/2005/8/layout/chevron1"/>
    <dgm:cxn modelId="{DC927267-3866-46A3-8ADB-582AA2B68473}" srcId="{783252F6-87B9-4A39-8D63-3EE576D21FD8}" destId="{5AFAC9C3-0E2F-44D0-949B-6477E1B3DE8F}" srcOrd="1" destOrd="0" parTransId="{8AC6152B-9822-4B43-9C4F-16EF0819EC6D}" sibTransId="{AF7B63DC-0355-4C07-83ED-791036F720B9}"/>
    <dgm:cxn modelId="{F185F4B9-2FB5-46D3-B203-654435342F69}" type="presOf" srcId="{5AFAC9C3-0E2F-44D0-949B-6477E1B3DE8F}" destId="{F4E531DE-9EC3-4C4E-BD65-0E5077F7109F}" srcOrd="0" destOrd="0" presId="urn:microsoft.com/office/officeart/2005/8/layout/chevron1"/>
    <dgm:cxn modelId="{8EE17DCF-59D2-48CA-A2E0-10EE177ABE49}" srcId="{783252F6-87B9-4A39-8D63-3EE576D21FD8}" destId="{03BFB388-CA7D-4876-A1DE-34340A939DEE}" srcOrd="0" destOrd="0" parTransId="{0E616528-350D-4A4B-A57A-0AEB371ECDBB}" sibTransId="{EA28D639-2374-4516-87C6-0192CA049C27}"/>
    <dgm:cxn modelId="{C34439E6-6337-45E8-8684-8E6A36C0F6EB}" type="presOf" srcId="{03BFB388-CA7D-4876-A1DE-34340A939DEE}" destId="{939B7CA8-D199-4A66-A1A9-31F1B7EF74D4}" srcOrd="0" destOrd="0" presId="urn:microsoft.com/office/officeart/2005/8/layout/chevron1"/>
    <dgm:cxn modelId="{BC978DF0-15E1-4CED-825E-2FF0DDDB476A}" srcId="{783252F6-87B9-4A39-8D63-3EE576D21FD8}" destId="{24C6E954-E72F-40C0-8607-05879193A778}" srcOrd="2" destOrd="0" parTransId="{FFAEE6B7-1239-4804-AEBC-764B29B167D5}" sibTransId="{884C6189-2151-4DEE-904F-2CB5DF054B15}"/>
    <dgm:cxn modelId="{C6026EFB-E849-427D-BFE4-79FD612B6D41}" type="presOf" srcId="{24C6E954-E72F-40C0-8607-05879193A778}" destId="{9BF9E281-F59E-4626-BB17-50D2CF725FCC}" srcOrd="0" destOrd="0" presId="urn:microsoft.com/office/officeart/2005/8/layout/chevron1"/>
    <dgm:cxn modelId="{26FAD374-FCC7-473C-8342-701E8703689B}" type="presParOf" srcId="{D121F21B-577C-4829-9DA7-58D5D8A89787}" destId="{939B7CA8-D199-4A66-A1A9-31F1B7EF74D4}" srcOrd="0" destOrd="0" presId="urn:microsoft.com/office/officeart/2005/8/layout/chevron1"/>
    <dgm:cxn modelId="{19ADADFE-FBD7-4B4A-8680-43E4EBB0B53A}" type="presParOf" srcId="{D121F21B-577C-4829-9DA7-58D5D8A89787}" destId="{23DF7E4F-17DA-4733-920E-E1611F5566A8}" srcOrd="1" destOrd="0" presId="urn:microsoft.com/office/officeart/2005/8/layout/chevron1"/>
    <dgm:cxn modelId="{1B98B13C-87C9-4666-AA97-C124709276D1}" type="presParOf" srcId="{D121F21B-577C-4829-9DA7-58D5D8A89787}" destId="{F4E531DE-9EC3-4C4E-BD65-0E5077F7109F}" srcOrd="2" destOrd="0" presId="urn:microsoft.com/office/officeart/2005/8/layout/chevron1"/>
    <dgm:cxn modelId="{6EAB67E4-F53F-4FFE-BCE0-93B7A9E92B75}" type="presParOf" srcId="{D121F21B-577C-4829-9DA7-58D5D8A89787}" destId="{D573CD64-F2D0-416F-B67B-3A4433570985}" srcOrd="3" destOrd="0" presId="urn:microsoft.com/office/officeart/2005/8/layout/chevron1"/>
    <dgm:cxn modelId="{61673ABB-06E4-41F1-80D7-9CB43AE93D98}" type="presParOf" srcId="{D121F21B-577C-4829-9DA7-58D5D8A89787}" destId="{9BF9E281-F59E-4626-BB17-50D2CF725FC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F167BF-B19C-4310-835D-23FAD57A98DB}" type="doc">
      <dgm:prSet loTypeId="urn:microsoft.com/office/officeart/2018/2/layout/IconVerticalSolidList" loCatId="icon" qsTypeId="urn:microsoft.com/office/officeart/2005/8/quickstyle/simple3#1" qsCatId="simple" csTypeId="urn:microsoft.com/office/officeart/2005/8/colors/accent1_5#1" csCatId="accent1" phldr="1"/>
      <dgm:spPr/>
    </dgm:pt>
    <dgm:pt modelId="{E12A35CC-3827-4D82-A931-21D577131B9C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Times New Roman" panose="02020603050405020304" pitchFamily="18" charset="0"/>
            </a:rPr>
            <a:t>Recognition of a need </a:t>
          </a:r>
        </a:p>
      </dgm:t>
    </dgm:pt>
    <dgm:pt modelId="{7373B9FD-184C-4E98-89BC-74E96D5E1175}" type="parTrans" cxnId="{187B6B2D-7002-4F29-917D-D7FA43F3712E}">
      <dgm:prSet/>
      <dgm:spPr/>
      <dgm:t>
        <a:bodyPr/>
        <a:lstStyle/>
        <a:p>
          <a:endParaRPr lang="en-US" sz="2400"/>
        </a:p>
      </dgm:t>
    </dgm:pt>
    <dgm:pt modelId="{923F7BB9-8B65-4B52-A9D2-4D5FAC637524}" type="sibTrans" cxnId="{187B6B2D-7002-4F29-917D-D7FA43F3712E}">
      <dgm:prSet custT="1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946E8CF-F708-47DD-8254-58E6B3819542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Times New Roman" panose="02020603050405020304" pitchFamily="18" charset="0"/>
            </a:rPr>
            <a:t>Information search</a:t>
          </a:r>
        </a:p>
      </dgm:t>
    </dgm:pt>
    <dgm:pt modelId="{6DD09877-EBBB-4AE9-8377-9B22FC4D8D47}" type="parTrans" cxnId="{6BEBD691-892A-4491-A103-8D424E7DA108}">
      <dgm:prSet/>
      <dgm:spPr/>
      <dgm:t>
        <a:bodyPr/>
        <a:lstStyle/>
        <a:p>
          <a:endParaRPr lang="en-US" sz="2400"/>
        </a:p>
      </dgm:t>
    </dgm:pt>
    <dgm:pt modelId="{F10C125C-E16F-4D96-8BC0-0FB3721E6C44}" type="sibTrans" cxnId="{6BEBD691-892A-4491-A103-8D424E7DA108}">
      <dgm:prSet custT="1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13EB151-FED2-40ED-8187-3A81421B0ED7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Times New Roman" panose="02020603050405020304" pitchFamily="18" charset="0"/>
            </a:rPr>
            <a:t>Evaluation of alternatives </a:t>
          </a:r>
        </a:p>
      </dgm:t>
    </dgm:pt>
    <dgm:pt modelId="{B66541A3-8035-4260-A10B-A7355323B980}" type="parTrans" cxnId="{051E77EE-ECBE-47B7-BBA5-335B03045120}">
      <dgm:prSet/>
      <dgm:spPr/>
      <dgm:t>
        <a:bodyPr/>
        <a:lstStyle/>
        <a:p>
          <a:endParaRPr lang="en-US" sz="2400"/>
        </a:p>
      </dgm:t>
    </dgm:pt>
    <dgm:pt modelId="{8A297EC7-E3F0-44F9-AB0D-0B3BF5449637}" type="sibTrans" cxnId="{051E77EE-ECBE-47B7-BBA5-335B03045120}">
      <dgm:prSet custT="1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DF18368-DF93-4C37-A75F-2E95948A9448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Times New Roman" panose="02020603050405020304" pitchFamily="18" charset="0"/>
            </a:rPr>
            <a:t>Purchase decision</a:t>
          </a:r>
        </a:p>
      </dgm:t>
    </dgm:pt>
    <dgm:pt modelId="{78467F48-4EE2-4341-A883-3DEC50C12256}" type="parTrans" cxnId="{1E4870AC-68C1-4851-9018-41CECC54826B}">
      <dgm:prSet/>
      <dgm:spPr/>
      <dgm:t>
        <a:bodyPr/>
        <a:lstStyle/>
        <a:p>
          <a:endParaRPr lang="en-US" sz="2400"/>
        </a:p>
      </dgm:t>
    </dgm:pt>
    <dgm:pt modelId="{19BC4B88-94E1-4D5E-A861-4E2E9FBB5168}" type="sibTrans" cxnId="{1E4870AC-68C1-4851-9018-41CECC54826B}">
      <dgm:prSet custT="1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DFEA665-712F-4986-8CA9-B5161DCDA276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Times New Roman" panose="02020603050405020304" pitchFamily="18" charset="0"/>
            </a:rPr>
            <a:t>Post-purchase evaluation</a:t>
          </a:r>
        </a:p>
      </dgm:t>
    </dgm:pt>
    <dgm:pt modelId="{97D6E3BE-83FB-475C-975A-B58CB355FCE1}" type="parTrans" cxnId="{734EA21F-ED3A-451E-B932-AC3FF5BC1E29}">
      <dgm:prSet/>
      <dgm:spPr/>
      <dgm:t>
        <a:bodyPr/>
        <a:lstStyle/>
        <a:p>
          <a:endParaRPr lang="en-US" sz="2400"/>
        </a:p>
      </dgm:t>
    </dgm:pt>
    <dgm:pt modelId="{F49D92A6-4053-40F6-BB3A-2EA1CC5598F9}" type="sibTrans" cxnId="{734EA21F-ED3A-451E-B932-AC3FF5BC1E29}">
      <dgm:prSet/>
      <dgm:spPr/>
      <dgm:t>
        <a:bodyPr/>
        <a:lstStyle/>
        <a:p>
          <a:endParaRPr lang="en-US" sz="2400"/>
        </a:p>
      </dgm:t>
    </dgm:pt>
    <dgm:pt modelId="{445021CA-A163-493F-ABA6-8FBC52618C50}" type="pres">
      <dgm:prSet presAssocID="{0CF167BF-B19C-4310-835D-23FAD57A98DB}" presName="root" presStyleCnt="0">
        <dgm:presLayoutVars>
          <dgm:dir/>
          <dgm:resizeHandles val="exact"/>
        </dgm:presLayoutVars>
      </dgm:prSet>
      <dgm:spPr/>
    </dgm:pt>
    <dgm:pt modelId="{FC2DB067-513C-40DF-BB21-A69EDAC01040}" type="pres">
      <dgm:prSet presAssocID="{E12A35CC-3827-4D82-A931-21D577131B9C}" presName="compNode" presStyleCnt="0"/>
      <dgm:spPr/>
    </dgm:pt>
    <dgm:pt modelId="{FD151674-6852-4901-B6EE-3A734647FD6D}" type="pres">
      <dgm:prSet presAssocID="{E12A35CC-3827-4D82-A931-21D577131B9C}" presName="bgRect" presStyleLbl="bgShp" presStyleIdx="0" presStyleCnt="5"/>
      <dgm:spPr/>
    </dgm:pt>
    <dgm:pt modelId="{F2C4B266-BDC7-4DF1-A75C-4562050EDF99}" type="pres">
      <dgm:prSet presAssocID="{E12A35CC-3827-4D82-A931-21D577131B9C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8E87120C-2264-4A4E-888B-AFCD913E1B56}" type="pres">
      <dgm:prSet presAssocID="{E12A35CC-3827-4D82-A931-21D577131B9C}" presName="spaceRect" presStyleCnt="0"/>
      <dgm:spPr/>
    </dgm:pt>
    <dgm:pt modelId="{A5DE7745-B7C0-45FF-B478-724F70FAE1E4}" type="pres">
      <dgm:prSet presAssocID="{E12A35CC-3827-4D82-A931-21D577131B9C}" presName="parTx" presStyleLbl="revTx" presStyleIdx="0" presStyleCnt="5">
        <dgm:presLayoutVars>
          <dgm:chMax val="0"/>
          <dgm:chPref val="0"/>
        </dgm:presLayoutVars>
      </dgm:prSet>
      <dgm:spPr/>
    </dgm:pt>
    <dgm:pt modelId="{5CB51B06-91D0-4DEC-BC1C-99E74BEC2419}" type="pres">
      <dgm:prSet presAssocID="{923F7BB9-8B65-4B52-A9D2-4D5FAC637524}" presName="sibTrans" presStyleCnt="0"/>
      <dgm:spPr/>
    </dgm:pt>
    <dgm:pt modelId="{8016F0A6-403B-49FE-8885-BA961B0F01AF}" type="pres">
      <dgm:prSet presAssocID="{B946E8CF-F708-47DD-8254-58E6B3819542}" presName="compNode" presStyleCnt="0"/>
      <dgm:spPr/>
    </dgm:pt>
    <dgm:pt modelId="{E0DCC539-CB45-49F1-AE98-5D0D36B7FA52}" type="pres">
      <dgm:prSet presAssocID="{B946E8CF-F708-47DD-8254-58E6B3819542}" presName="bgRect" presStyleLbl="bgShp" presStyleIdx="1" presStyleCnt="5"/>
      <dgm:spPr/>
    </dgm:pt>
    <dgm:pt modelId="{1FFBC3D7-9022-477E-980D-AAE6B5261994}" type="pres">
      <dgm:prSet presAssocID="{B946E8CF-F708-47DD-8254-58E6B3819542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7A280786-5741-4523-8E39-5C783455C762}" type="pres">
      <dgm:prSet presAssocID="{B946E8CF-F708-47DD-8254-58E6B3819542}" presName="spaceRect" presStyleCnt="0"/>
      <dgm:spPr/>
    </dgm:pt>
    <dgm:pt modelId="{DD97DC89-40D6-4C01-84CD-8C32A1AAC5DC}" type="pres">
      <dgm:prSet presAssocID="{B946E8CF-F708-47DD-8254-58E6B3819542}" presName="parTx" presStyleLbl="revTx" presStyleIdx="1" presStyleCnt="5">
        <dgm:presLayoutVars>
          <dgm:chMax val="0"/>
          <dgm:chPref val="0"/>
        </dgm:presLayoutVars>
      </dgm:prSet>
      <dgm:spPr/>
    </dgm:pt>
    <dgm:pt modelId="{40D10D7B-B3BC-4B6B-A398-E311509E503B}" type="pres">
      <dgm:prSet presAssocID="{F10C125C-E16F-4D96-8BC0-0FB3721E6C44}" presName="sibTrans" presStyleCnt="0"/>
      <dgm:spPr/>
    </dgm:pt>
    <dgm:pt modelId="{64B9B91C-B6F2-4831-A1B0-7FD16189B568}" type="pres">
      <dgm:prSet presAssocID="{013EB151-FED2-40ED-8187-3A81421B0ED7}" presName="compNode" presStyleCnt="0"/>
      <dgm:spPr/>
    </dgm:pt>
    <dgm:pt modelId="{235809F4-BFC8-4B15-9370-4B2655BD9E7E}" type="pres">
      <dgm:prSet presAssocID="{013EB151-FED2-40ED-8187-3A81421B0ED7}" presName="bgRect" presStyleLbl="bgShp" presStyleIdx="2" presStyleCnt="5"/>
      <dgm:spPr/>
    </dgm:pt>
    <dgm:pt modelId="{40FA8AC7-17EF-42BC-AACB-81172C80100A}" type="pres">
      <dgm:prSet presAssocID="{013EB151-FED2-40ED-8187-3A81421B0ED7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AF3BB35-D174-4723-9F51-7B38718C763B}" type="pres">
      <dgm:prSet presAssocID="{013EB151-FED2-40ED-8187-3A81421B0ED7}" presName="spaceRect" presStyleCnt="0"/>
      <dgm:spPr/>
    </dgm:pt>
    <dgm:pt modelId="{9333AEF4-016F-4E05-8514-DDBB8307FAC2}" type="pres">
      <dgm:prSet presAssocID="{013EB151-FED2-40ED-8187-3A81421B0ED7}" presName="parTx" presStyleLbl="revTx" presStyleIdx="2" presStyleCnt="5">
        <dgm:presLayoutVars>
          <dgm:chMax val="0"/>
          <dgm:chPref val="0"/>
        </dgm:presLayoutVars>
      </dgm:prSet>
      <dgm:spPr/>
    </dgm:pt>
    <dgm:pt modelId="{150E35E6-85C5-4194-82E0-55F4ED7617DE}" type="pres">
      <dgm:prSet presAssocID="{8A297EC7-E3F0-44F9-AB0D-0B3BF5449637}" presName="sibTrans" presStyleCnt="0"/>
      <dgm:spPr/>
    </dgm:pt>
    <dgm:pt modelId="{8C64A540-D6CE-4ED5-8FF7-426E75EB5D4A}" type="pres">
      <dgm:prSet presAssocID="{EDF18368-DF93-4C37-A75F-2E95948A9448}" presName="compNode" presStyleCnt="0"/>
      <dgm:spPr/>
    </dgm:pt>
    <dgm:pt modelId="{2120B4A9-795A-43BB-AA5A-53E43AB7E082}" type="pres">
      <dgm:prSet presAssocID="{EDF18368-DF93-4C37-A75F-2E95948A9448}" presName="bgRect" presStyleLbl="bgShp" presStyleIdx="3" presStyleCnt="5"/>
      <dgm:spPr/>
    </dgm:pt>
    <dgm:pt modelId="{8C58740C-1693-4A26-BCB9-09E90456228E}" type="pres">
      <dgm:prSet presAssocID="{EDF18368-DF93-4C37-A75F-2E95948A9448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EF6D4AB5-AB41-49B5-8EA5-373D3F2E7901}" type="pres">
      <dgm:prSet presAssocID="{EDF18368-DF93-4C37-A75F-2E95948A9448}" presName="spaceRect" presStyleCnt="0"/>
      <dgm:spPr/>
    </dgm:pt>
    <dgm:pt modelId="{D5B89DFC-0E20-4043-8C63-395DDC56FACF}" type="pres">
      <dgm:prSet presAssocID="{EDF18368-DF93-4C37-A75F-2E95948A9448}" presName="parTx" presStyleLbl="revTx" presStyleIdx="3" presStyleCnt="5">
        <dgm:presLayoutVars>
          <dgm:chMax val="0"/>
          <dgm:chPref val="0"/>
        </dgm:presLayoutVars>
      </dgm:prSet>
      <dgm:spPr/>
    </dgm:pt>
    <dgm:pt modelId="{9B30B42F-5447-4827-B901-E75BE7346B9F}" type="pres">
      <dgm:prSet presAssocID="{19BC4B88-94E1-4D5E-A861-4E2E9FBB5168}" presName="sibTrans" presStyleCnt="0"/>
      <dgm:spPr/>
    </dgm:pt>
    <dgm:pt modelId="{F50023B1-C94E-4B72-810B-640D5796CCED}" type="pres">
      <dgm:prSet presAssocID="{5DFEA665-712F-4986-8CA9-B5161DCDA276}" presName="compNode" presStyleCnt="0"/>
      <dgm:spPr/>
    </dgm:pt>
    <dgm:pt modelId="{81C85823-BBB9-4D3A-B6EE-A6BC23E065B7}" type="pres">
      <dgm:prSet presAssocID="{5DFEA665-712F-4986-8CA9-B5161DCDA276}" presName="bgRect" presStyleLbl="bgShp" presStyleIdx="4" presStyleCnt="5"/>
      <dgm:spPr/>
    </dgm:pt>
    <dgm:pt modelId="{75DEAC3D-F621-4247-B7B4-962CAD962A4A}" type="pres">
      <dgm:prSet presAssocID="{5DFEA665-712F-4986-8CA9-B5161DCDA276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ipboard"/>
        </a:ext>
      </dgm:extLst>
    </dgm:pt>
    <dgm:pt modelId="{9F3D18DD-8F8A-4F60-9CC5-67DEE190594A}" type="pres">
      <dgm:prSet presAssocID="{5DFEA665-712F-4986-8CA9-B5161DCDA276}" presName="spaceRect" presStyleCnt="0"/>
      <dgm:spPr/>
    </dgm:pt>
    <dgm:pt modelId="{067A2809-9DB7-4A63-81BF-A2178D548C76}" type="pres">
      <dgm:prSet presAssocID="{5DFEA665-712F-4986-8CA9-B5161DCDA27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34EA21F-ED3A-451E-B932-AC3FF5BC1E29}" srcId="{0CF167BF-B19C-4310-835D-23FAD57A98DB}" destId="{5DFEA665-712F-4986-8CA9-B5161DCDA276}" srcOrd="4" destOrd="0" parTransId="{97D6E3BE-83FB-475C-975A-B58CB355FCE1}" sibTransId="{F49D92A6-4053-40F6-BB3A-2EA1CC5598F9}"/>
    <dgm:cxn modelId="{187B6B2D-7002-4F29-917D-D7FA43F3712E}" srcId="{0CF167BF-B19C-4310-835D-23FAD57A98DB}" destId="{E12A35CC-3827-4D82-A931-21D577131B9C}" srcOrd="0" destOrd="0" parTransId="{7373B9FD-184C-4E98-89BC-74E96D5E1175}" sibTransId="{923F7BB9-8B65-4B52-A9D2-4D5FAC637524}"/>
    <dgm:cxn modelId="{13C38937-9170-4D27-929B-EE96C60EE33E}" type="presOf" srcId="{EDF18368-DF93-4C37-A75F-2E95948A9448}" destId="{D5B89DFC-0E20-4043-8C63-395DDC56FACF}" srcOrd="0" destOrd="0" presId="urn:microsoft.com/office/officeart/2018/2/layout/IconVerticalSolidList"/>
    <dgm:cxn modelId="{B2E8E638-302B-4F56-A47E-7A410D4ED203}" type="presOf" srcId="{B946E8CF-F708-47DD-8254-58E6B3819542}" destId="{DD97DC89-40D6-4C01-84CD-8C32A1AAC5DC}" srcOrd="0" destOrd="0" presId="urn:microsoft.com/office/officeart/2018/2/layout/IconVerticalSolidList"/>
    <dgm:cxn modelId="{EE1A4B63-855D-44B2-AC63-C8227758BFA0}" type="presOf" srcId="{013EB151-FED2-40ED-8187-3A81421B0ED7}" destId="{9333AEF4-016F-4E05-8514-DDBB8307FAC2}" srcOrd="0" destOrd="0" presId="urn:microsoft.com/office/officeart/2018/2/layout/IconVerticalSolidList"/>
    <dgm:cxn modelId="{6BEBD691-892A-4491-A103-8D424E7DA108}" srcId="{0CF167BF-B19C-4310-835D-23FAD57A98DB}" destId="{B946E8CF-F708-47DD-8254-58E6B3819542}" srcOrd="1" destOrd="0" parTransId="{6DD09877-EBBB-4AE9-8377-9B22FC4D8D47}" sibTransId="{F10C125C-E16F-4D96-8BC0-0FB3721E6C44}"/>
    <dgm:cxn modelId="{1E4870AC-68C1-4851-9018-41CECC54826B}" srcId="{0CF167BF-B19C-4310-835D-23FAD57A98DB}" destId="{EDF18368-DF93-4C37-A75F-2E95948A9448}" srcOrd="3" destOrd="0" parTransId="{78467F48-4EE2-4341-A883-3DEC50C12256}" sibTransId="{19BC4B88-94E1-4D5E-A861-4E2E9FBB5168}"/>
    <dgm:cxn modelId="{253643AD-E400-449A-A314-766EF0CDBDB4}" type="presOf" srcId="{0CF167BF-B19C-4310-835D-23FAD57A98DB}" destId="{445021CA-A163-493F-ABA6-8FBC52618C50}" srcOrd="0" destOrd="0" presId="urn:microsoft.com/office/officeart/2018/2/layout/IconVerticalSolidList"/>
    <dgm:cxn modelId="{D06200C2-FF57-4634-BAAF-7EF71B34ACDE}" type="presOf" srcId="{E12A35CC-3827-4D82-A931-21D577131B9C}" destId="{A5DE7745-B7C0-45FF-B478-724F70FAE1E4}" srcOrd="0" destOrd="0" presId="urn:microsoft.com/office/officeart/2018/2/layout/IconVerticalSolidList"/>
    <dgm:cxn modelId="{51B560DE-8AE4-47E3-A753-4FCA664190DA}" type="presOf" srcId="{5DFEA665-712F-4986-8CA9-B5161DCDA276}" destId="{067A2809-9DB7-4A63-81BF-A2178D548C76}" srcOrd="0" destOrd="0" presId="urn:microsoft.com/office/officeart/2018/2/layout/IconVerticalSolidList"/>
    <dgm:cxn modelId="{051E77EE-ECBE-47B7-BBA5-335B03045120}" srcId="{0CF167BF-B19C-4310-835D-23FAD57A98DB}" destId="{013EB151-FED2-40ED-8187-3A81421B0ED7}" srcOrd="2" destOrd="0" parTransId="{B66541A3-8035-4260-A10B-A7355323B980}" sibTransId="{8A297EC7-E3F0-44F9-AB0D-0B3BF5449637}"/>
    <dgm:cxn modelId="{4D00EAE3-F933-4DD3-ACD0-3AFB85ECC054}" type="presParOf" srcId="{445021CA-A163-493F-ABA6-8FBC52618C50}" destId="{FC2DB067-513C-40DF-BB21-A69EDAC01040}" srcOrd="0" destOrd="0" presId="urn:microsoft.com/office/officeart/2018/2/layout/IconVerticalSolidList"/>
    <dgm:cxn modelId="{64F08E94-D260-4D50-9FCB-7C2FF13D8C06}" type="presParOf" srcId="{FC2DB067-513C-40DF-BB21-A69EDAC01040}" destId="{FD151674-6852-4901-B6EE-3A734647FD6D}" srcOrd="0" destOrd="0" presId="urn:microsoft.com/office/officeart/2018/2/layout/IconVerticalSolidList"/>
    <dgm:cxn modelId="{1C2F9772-517D-48DB-912E-8074648DB033}" type="presParOf" srcId="{FC2DB067-513C-40DF-BB21-A69EDAC01040}" destId="{F2C4B266-BDC7-4DF1-A75C-4562050EDF99}" srcOrd="1" destOrd="0" presId="urn:microsoft.com/office/officeart/2018/2/layout/IconVerticalSolidList"/>
    <dgm:cxn modelId="{BEAEB5D4-13E3-4D91-8012-03E023FA0FE3}" type="presParOf" srcId="{FC2DB067-513C-40DF-BB21-A69EDAC01040}" destId="{8E87120C-2264-4A4E-888B-AFCD913E1B56}" srcOrd="2" destOrd="0" presId="urn:microsoft.com/office/officeart/2018/2/layout/IconVerticalSolidList"/>
    <dgm:cxn modelId="{3C28BCE1-4494-4256-804C-FEC58DF487AF}" type="presParOf" srcId="{FC2DB067-513C-40DF-BB21-A69EDAC01040}" destId="{A5DE7745-B7C0-45FF-B478-724F70FAE1E4}" srcOrd="3" destOrd="0" presId="urn:microsoft.com/office/officeart/2018/2/layout/IconVerticalSolidList"/>
    <dgm:cxn modelId="{D4EB3363-489B-445A-8C86-ACE1DC937868}" type="presParOf" srcId="{445021CA-A163-493F-ABA6-8FBC52618C50}" destId="{5CB51B06-91D0-4DEC-BC1C-99E74BEC2419}" srcOrd="1" destOrd="0" presId="urn:microsoft.com/office/officeart/2018/2/layout/IconVerticalSolidList"/>
    <dgm:cxn modelId="{F8C1B6D7-DB85-451D-A76A-BC7DE84B5A32}" type="presParOf" srcId="{445021CA-A163-493F-ABA6-8FBC52618C50}" destId="{8016F0A6-403B-49FE-8885-BA961B0F01AF}" srcOrd="2" destOrd="0" presId="urn:microsoft.com/office/officeart/2018/2/layout/IconVerticalSolidList"/>
    <dgm:cxn modelId="{22B280CF-5FE3-436B-8B45-44A0FCF8B02A}" type="presParOf" srcId="{8016F0A6-403B-49FE-8885-BA961B0F01AF}" destId="{E0DCC539-CB45-49F1-AE98-5D0D36B7FA52}" srcOrd="0" destOrd="0" presId="urn:microsoft.com/office/officeart/2018/2/layout/IconVerticalSolidList"/>
    <dgm:cxn modelId="{E0BCF985-B3BF-437A-9BAD-D93D710F7B33}" type="presParOf" srcId="{8016F0A6-403B-49FE-8885-BA961B0F01AF}" destId="{1FFBC3D7-9022-477E-980D-AAE6B5261994}" srcOrd="1" destOrd="0" presId="urn:microsoft.com/office/officeart/2018/2/layout/IconVerticalSolidList"/>
    <dgm:cxn modelId="{418868D0-E069-48F9-9E70-9CE6A38A3524}" type="presParOf" srcId="{8016F0A6-403B-49FE-8885-BA961B0F01AF}" destId="{7A280786-5741-4523-8E39-5C783455C762}" srcOrd="2" destOrd="0" presId="urn:microsoft.com/office/officeart/2018/2/layout/IconVerticalSolidList"/>
    <dgm:cxn modelId="{221DA6DA-9927-4FE2-9BB3-3C505879C603}" type="presParOf" srcId="{8016F0A6-403B-49FE-8885-BA961B0F01AF}" destId="{DD97DC89-40D6-4C01-84CD-8C32A1AAC5DC}" srcOrd="3" destOrd="0" presId="urn:microsoft.com/office/officeart/2018/2/layout/IconVerticalSolidList"/>
    <dgm:cxn modelId="{4E1E787F-F7A3-4F12-A123-E3958BEC2D51}" type="presParOf" srcId="{445021CA-A163-493F-ABA6-8FBC52618C50}" destId="{40D10D7B-B3BC-4B6B-A398-E311509E503B}" srcOrd="3" destOrd="0" presId="urn:microsoft.com/office/officeart/2018/2/layout/IconVerticalSolidList"/>
    <dgm:cxn modelId="{DF93C0FF-F49A-4B65-B5C2-9B98E8E5360C}" type="presParOf" srcId="{445021CA-A163-493F-ABA6-8FBC52618C50}" destId="{64B9B91C-B6F2-4831-A1B0-7FD16189B568}" srcOrd="4" destOrd="0" presId="urn:microsoft.com/office/officeart/2018/2/layout/IconVerticalSolidList"/>
    <dgm:cxn modelId="{C1753A93-6575-417C-BA65-D6C6EBE2E516}" type="presParOf" srcId="{64B9B91C-B6F2-4831-A1B0-7FD16189B568}" destId="{235809F4-BFC8-4B15-9370-4B2655BD9E7E}" srcOrd="0" destOrd="0" presId="urn:microsoft.com/office/officeart/2018/2/layout/IconVerticalSolidList"/>
    <dgm:cxn modelId="{B4ACD24B-9ECE-4F00-BE16-ECB8F5B0DD54}" type="presParOf" srcId="{64B9B91C-B6F2-4831-A1B0-7FD16189B568}" destId="{40FA8AC7-17EF-42BC-AACB-81172C80100A}" srcOrd="1" destOrd="0" presId="urn:microsoft.com/office/officeart/2018/2/layout/IconVerticalSolidList"/>
    <dgm:cxn modelId="{47E81639-D41A-42C0-8939-F704135231CD}" type="presParOf" srcId="{64B9B91C-B6F2-4831-A1B0-7FD16189B568}" destId="{0AF3BB35-D174-4723-9F51-7B38718C763B}" srcOrd="2" destOrd="0" presId="urn:microsoft.com/office/officeart/2018/2/layout/IconVerticalSolidList"/>
    <dgm:cxn modelId="{D0F517B9-64A9-4AF7-B124-585EB3F5D418}" type="presParOf" srcId="{64B9B91C-B6F2-4831-A1B0-7FD16189B568}" destId="{9333AEF4-016F-4E05-8514-DDBB8307FAC2}" srcOrd="3" destOrd="0" presId="urn:microsoft.com/office/officeart/2018/2/layout/IconVerticalSolidList"/>
    <dgm:cxn modelId="{99D65E96-BD03-4606-B764-48130E010707}" type="presParOf" srcId="{445021CA-A163-493F-ABA6-8FBC52618C50}" destId="{150E35E6-85C5-4194-82E0-55F4ED7617DE}" srcOrd="5" destOrd="0" presId="urn:microsoft.com/office/officeart/2018/2/layout/IconVerticalSolidList"/>
    <dgm:cxn modelId="{7AE4AF93-860D-4C3A-A44E-65F2AF082B67}" type="presParOf" srcId="{445021CA-A163-493F-ABA6-8FBC52618C50}" destId="{8C64A540-D6CE-4ED5-8FF7-426E75EB5D4A}" srcOrd="6" destOrd="0" presId="urn:microsoft.com/office/officeart/2018/2/layout/IconVerticalSolidList"/>
    <dgm:cxn modelId="{B500EFE0-560D-4C64-A054-B78B3C0F7EB5}" type="presParOf" srcId="{8C64A540-D6CE-4ED5-8FF7-426E75EB5D4A}" destId="{2120B4A9-795A-43BB-AA5A-53E43AB7E082}" srcOrd="0" destOrd="0" presId="urn:microsoft.com/office/officeart/2018/2/layout/IconVerticalSolidList"/>
    <dgm:cxn modelId="{D030EE60-972B-4086-83D3-87542093133C}" type="presParOf" srcId="{8C64A540-D6CE-4ED5-8FF7-426E75EB5D4A}" destId="{8C58740C-1693-4A26-BCB9-09E90456228E}" srcOrd="1" destOrd="0" presId="urn:microsoft.com/office/officeart/2018/2/layout/IconVerticalSolidList"/>
    <dgm:cxn modelId="{F8395FC9-C376-4A40-963A-8F56F4C6A278}" type="presParOf" srcId="{8C64A540-D6CE-4ED5-8FF7-426E75EB5D4A}" destId="{EF6D4AB5-AB41-49B5-8EA5-373D3F2E7901}" srcOrd="2" destOrd="0" presId="urn:microsoft.com/office/officeart/2018/2/layout/IconVerticalSolidList"/>
    <dgm:cxn modelId="{EC1A7531-50C9-4DC3-BCFE-1E7584CC6E2A}" type="presParOf" srcId="{8C64A540-D6CE-4ED5-8FF7-426E75EB5D4A}" destId="{D5B89DFC-0E20-4043-8C63-395DDC56FACF}" srcOrd="3" destOrd="0" presId="urn:microsoft.com/office/officeart/2018/2/layout/IconVerticalSolidList"/>
    <dgm:cxn modelId="{6F47B27C-2611-4791-A458-670FACAD8953}" type="presParOf" srcId="{445021CA-A163-493F-ABA6-8FBC52618C50}" destId="{9B30B42F-5447-4827-B901-E75BE7346B9F}" srcOrd="7" destOrd="0" presId="urn:microsoft.com/office/officeart/2018/2/layout/IconVerticalSolidList"/>
    <dgm:cxn modelId="{71DF6D32-2E88-42CA-9892-68F6CC9A50C0}" type="presParOf" srcId="{445021CA-A163-493F-ABA6-8FBC52618C50}" destId="{F50023B1-C94E-4B72-810B-640D5796CCED}" srcOrd="8" destOrd="0" presId="urn:microsoft.com/office/officeart/2018/2/layout/IconVerticalSolidList"/>
    <dgm:cxn modelId="{ABC9D037-0F33-483A-A075-27187BFB8BFF}" type="presParOf" srcId="{F50023B1-C94E-4B72-810B-640D5796CCED}" destId="{81C85823-BBB9-4D3A-B6EE-A6BC23E065B7}" srcOrd="0" destOrd="0" presId="urn:microsoft.com/office/officeart/2018/2/layout/IconVerticalSolidList"/>
    <dgm:cxn modelId="{C0F37B07-0BC5-4778-8DD9-F7EEB46524EF}" type="presParOf" srcId="{F50023B1-C94E-4B72-810B-640D5796CCED}" destId="{75DEAC3D-F621-4247-B7B4-962CAD962A4A}" srcOrd="1" destOrd="0" presId="urn:microsoft.com/office/officeart/2018/2/layout/IconVerticalSolidList"/>
    <dgm:cxn modelId="{7A89CFA6-3C42-4A93-9FD2-412585E536FC}" type="presParOf" srcId="{F50023B1-C94E-4B72-810B-640D5796CCED}" destId="{9F3D18DD-8F8A-4F60-9CC5-67DEE190594A}" srcOrd="2" destOrd="0" presId="urn:microsoft.com/office/officeart/2018/2/layout/IconVerticalSolidList"/>
    <dgm:cxn modelId="{AAD36BCB-4850-4EBB-AEB5-0AF19B87E0EC}" type="presParOf" srcId="{F50023B1-C94E-4B72-810B-640D5796CCED}" destId="{067A2809-9DB7-4A63-81BF-A2178D548C7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8577374-778C-431E-B1C6-A07CD41DD286}" type="doc">
      <dgm:prSet loTypeId="urn:microsoft.com/office/officeart/2005/8/layout/radial4" loCatId="relationship" qsTypeId="urn:microsoft.com/office/officeart/2005/8/quickstyle/simple3#2" qsCatId="simple" csTypeId="urn:microsoft.com/office/officeart/2005/8/colors/colorful2#1" csCatId="colorful" phldr="1"/>
      <dgm:spPr/>
      <dgm:t>
        <a:bodyPr/>
        <a:lstStyle/>
        <a:p>
          <a:endParaRPr lang="en-US"/>
        </a:p>
      </dgm:t>
    </dgm:pt>
    <dgm:pt modelId="{2FE78A00-4369-45CD-8998-AF76166F25D0}">
      <dgm:prSet phldrT="[Text]" custT="1"/>
      <dgm:spPr/>
      <dgm:t>
        <a:bodyPr/>
        <a:lstStyle/>
        <a:p>
          <a:r>
            <a: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Segmentation variables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1D80BDD-83AC-4992-8023-0D2083C281B6}" type="parTrans" cxnId="{A95A294C-2C8F-49B8-9773-4D147881E0B8}">
      <dgm:prSet/>
      <dgm:spPr/>
      <dgm:t>
        <a:bodyPr/>
        <a:lstStyle/>
        <a:p>
          <a:endParaRPr lang="en-US"/>
        </a:p>
      </dgm:t>
    </dgm:pt>
    <dgm:pt modelId="{E279A79E-A130-44D7-B072-8AC40680CAC4}" type="sibTrans" cxnId="{A95A294C-2C8F-49B8-9773-4D147881E0B8}">
      <dgm:prSet/>
      <dgm:spPr/>
      <dgm:t>
        <a:bodyPr/>
        <a:lstStyle/>
        <a:p>
          <a:endParaRPr lang="en-US"/>
        </a:p>
      </dgm:t>
    </dgm:pt>
    <dgm:pt modelId="{02ED4F9F-579F-4D63-AADB-4400BDC3C900}">
      <dgm:prSet phldrT="[Text]"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Sociodemographic variables</a:t>
          </a:r>
        </a:p>
      </dgm:t>
    </dgm:pt>
    <dgm:pt modelId="{E916CB89-331F-45F6-9C34-6F914F0D911D}" type="parTrans" cxnId="{14137EE1-4472-4F5D-8336-637654B64B6C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D4CE8BF-6595-4CFD-B73A-8449D8A5969C}" type="sibTrans" cxnId="{14137EE1-4472-4F5D-8336-637654B64B6C}">
      <dgm:prSet/>
      <dgm:spPr/>
      <dgm:t>
        <a:bodyPr/>
        <a:lstStyle/>
        <a:p>
          <a:endParaRPr lang="en-US"/>
        </a:p>
      </dgm:t>
    </dgm:pt>
    <dgm:pt modelId="{6EA2DE80-1E0A-4E08-92D3-FF4411684935}">
      <dgm:prSet phldrT="[Text]"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Geographic variables</a:t>
          </a:r>
        </a:p>
      </dgm:t>
    </dgm:pt>
    <dgm:pt modelId="{2CC7B4E7-C129-4711-BFB5-EF0018618F5E}" type="parTrans" cxnId="{9A5FF99D-7889-4C97-A147-26E3813378E8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FBE1DAD-6D51-4481-9F14-A5DD1D845A2E}" type="sibTrans" cxnId="{9A5FF99D-7889-4C97-A147-26E3813378E8}">
      <dgm:prSet/>
      <dgm:spPr/>
      <dgm:t>
        <a:bodyPr/>
        <a:lstStyle/>
        <a:p>
          <a:endParaRPr lang="en-US"/>
        </a:p>
      </dgm:t>
    </dgm:pt>
    <dgm:pt modelId="{27764898-D87F-490D-B4CB-BB47B45E75D0}">
      <dgm:prSet phldrT="[Text]"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Psychographic variables</a:t>
          </a:r>
        </a:p>
      </dgm:t>
    </dgm:pt>
    <dgm:pt modelId="{6449DEA2-2E7D-4121-AFA5-BBFEDDCF3E46}" type="parTrans" cxnId="{AA0577FE-1228-4153-BB08-A140BD0D910A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EEABC05-184F-40A6-877B-73FB9CCA7624}" type="sibTrans" cxnId="{AA0577FE-1228-4153-BB08-A140BD0D910A}">
      <dgm:prSet/>
      <dgm:spPr/>
      <dgm:t>
        <a:bodyPr/>
        <a:lstStyle/>
        <a:p>
          <a:endParaRPr lang="en-US"/>
        </a:p>
      </dgm:t>
    </dgm:pt>
    <dgm:pt modelId="{FBF6E0B4-3304-43A7-A9AD-12631354ECBA}">
      <dgm:prSet phldrT="[Text]"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Behavioral variables</a:t>
          </a:r>
        </a:p>
      </dgm:t>
    </dgm:pt>
    <dgm:pt modelId="{B504B328-0294-4FCF-AEE2-C5F3E0CE551C}" type="parTrans" cxnId="{FE1D2286-A068-489C-BDD6-7D8E18FDDEF8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F44D6C2-0DD0-4144-83E5-030409CA8CB6}" type="sibTrans" cxnId="{FE1D2286-A068-489C-BDD6-7D8E18FDDEF8}">
      <dgm:prSet/>
      <dgm:spPr/>
      <dgm:t>
        <a:bodyPr/>
        <a:lstStyle/>
        <a:p>
          <a:endParaRPr lang="en-US"/>
        </a:p>
      </dgm:t>
    </dgm:pt>
    <dgm:pt modelId="{A976D622-11CA-414B-8C04-609FB11F725A}">
      <dgm:prSet phldrT="[Text]"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Volume and profitability</a:t>
          </a:r>
        </a:p>
      </dgm:t>
    </dgm:pt>
    <dgm:pt modelId="{4A855FAA-1584-449F-A161-8C0A07A97D9F}" type="parTrans" cxnId="{F96F959C-0F1F-4B19-BE1F-5D136EADD259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B11C8-350D-467F-BAF8-3F8700E6FD91}" type="sibTrans" cxnId="{F96F959C-0F1F-4B19-BE1F-5D136EADD259}">
      <dgm:prSet/>
      <dgm:spPr/>
      <dgm:t>
        <a:bodyPr/>
        <a:lstStyle/>
        <a:p>
          <a:endParaRPr lang="en-US"/>
        </a:p>
      </dgm:t>
    </dgm:pt>
    <dgm:pt modelId="{660A8659-157A-492B-B199-81E72D25B28E}">
      <dgm:prSet phldrT="[Text]"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Variables specific to a market</a:t>
          </a:r>
        </a:p>
      </dgm:t>
    </dgm:pt>
    <dgm:pt modelId="{A0EE585B-8780-46ED-80AF-4526D62BA2A2}" type="parTrans" cxnId="{3DC9D07D-1B0C-49E0-AE5E-718C4938E0C9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CEFB14F-0739-4DD3-8478-BCAFAA3E964E}" type="sibTrans" cxnId="{3DC9D07D-1B0C-49E0-AE5E-718C4938E0C9}">
      <dgm:prSet/>
      <dgm:spPr/>
      <dgm:t>
        <a:bodyPr/>
        <a:lstStyle/>
        <a:p>
          <a:endParaRPr lang="en-US"/>
        </a:p>
      </dgm:t>
    </dgm:pt>
    <dgm:pt modelId="{E77B5102-D70F-4D45-A9FC-DA7B3C33AA70}">
      <dgm:prSet phldrT="[Text]"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Combination of variables</a:t>
          </a:r>
        </a:p>
      </dgm:t>
    </dgm:pt>
    <dgm:pt modelId="{5004D7C2-62E1-48A3-89A7-C0458FEC3ACF}" type="parTrans" cxnId="{FF260C9D-30CF-4E51-915C-30ED966C0F53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272233D-C167-4947-B5DF-039EEFEE27FC}" type="sibTrans" cxnId="{FF260C9D-30CF-4E51-915C-30ED966C0F53}">
      <dgm:prSet/>
      <dgm:spPr/>
      <dgm:t>
        <a:bodyPr/>
        <a:lstStyle/>
        <a:p>
          <a:endParaRPr lang="en-US"/>
        </a:p>
      </dgm:t>
    </dgm:pt>
    <dgm:pt modelId="{E5B60A70-BD97-411A-9C54-C005470348FD}" type="pres">
      <dgm:prSet presAssocID="{28577374-778C-431E-B1C6-A07CD41DD286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74F70C8-8137-4B11-BCA8-7E4DEA32B135}" type="pres">
      <dgm:prSet presAssocID="{2FE78A00-4369-45CD-8998-AF76166F25D0}" presName="centerShape" presStyleLbl="node0" presStyleIdx="0" presStyleCnt="1" custScaleX="152342"/>
      <dgm:spPr/>
    </dgm:pt>
    <dgm:pt modelId="{0C7AD4BC-F278-429E-A136-70FCA2353D42}" type="pres">
      <dgm:prSet presAssocID="{E916CB89-331F-45F6-9C34-6F914F0D911D}" presName="parTrans" presStyleLbl="bgSibTrans2D1" presStyleIdx="0" presStyleCnt="7"/>
      <dgm:spPr/>
    </dgm:pt>
    <dgm:pt modelId="{00BB69F9-C48C-4B53-B84A-6573C2E18FFA}" type="pres">
      <dgm:prSet presAssocID="{02ED4F9F-579F-4D63-AADB-4400BDC3C900}" presName="node" presStyleLbl="node1" presStyleIdx="0" presStyleCnt="7" custScaleX="152550" custRadScaleRad="102398" custRadScaleInc="-55223">
        <dgm:presLayoutVars>
          <dgm:bulletEnabled val="1"/>
        </dgm:presLayoutVars>
      </dgm:prSet>
      <dgm:spPr/>
    </dgm:pt>
    <dgm:pt modelId="{66750CFC-335F-41A0-A29E-20C0188057DC}" type="pres">
      <dgm:prSet presAssocID="{2CC7B4E7-C129-4711-BFB5-EF0018618F5E}" presName="parTrans" presStyleLbl="bgSibTrans2D1" presStyleIdx="1" presStyleCnt="7"/>
      <dgm:spPr/>
    </dgm:pt>
    <dgm:pt modelId="{C5682DBA-8FC2-437E-8512-4D696871E144}" type="pres">
      <dgm:prSet presAssocID="{6EA2DE80-1E0A-4E08-92D3-FF4411684935}" presName="node" presStyleLbl="node1" presStyleIdx="1" presStyleCnt="7" custScaleX="152550" custRadScaleRad="93211" custRadScaleInc="-48267">
        <dgm:presLayoutVars>
          <dgm:bulletEnabled val="1"/>
        </dgm:presLayoutVars>
      </dgm:prSet>
      <dgm:spPr/>
    </dgm:pt>
    <dgm:pt modelId="{AE18EAD1-5D56-46E5-BCE6-405B1D4FAF78}" type="pres">
      <dgm:prSet presAssocID="{6449DEA2-2E7D-4121-AFA5-BBFEDDCF3E46}" presName="parTrans" presStyleLbl="bgSibTrans2D1" presStyleIdx="2" presStyleCnt="7"/>
      <dgm:spPr/>
    </dgm:pt>
    <dgm:pt modelId="{F9A55CE6-98B8-463F-97BD-DE8DB967A296}" type="pres">
      <dgm:prSet presAssocID="{27764898-D87F-490D-B4CB-BB47B45E75D0}" presName="node" presStyleLbl="node1" presStyleIdx="2" presStyleCnt="7" custScaleX="152550" custRadScaleRad="87581" custRadScaleInc="-41943">
        <dgm:presLayoutVars>
          <dgm:bulletEnabled val="1"/>
        </dgm:presLayoutVars>
      </dgm:prSet>
      <dgm:spPr/>
    </dgm:pt>
    <dgm:pt modelId="{60FB60D2-71E8-43EE-AA12-9550BFF3AA1F}" type="pres">
      <dgm:prSet presAssocID="{B504B328-0294-4FCF-AEE2-C5F3E0CE551C}" presName="parTrans" presStyleLbl="bgSibTrans2D1" presStyleIdx="3" presStyleCnt="7"/>
      <dgm:spPr/>
    </dgm:pt>
    <dgm:pt modelId="{E40FB5E2-2433-4A23-A8DD-2ED09EAD80C3}" type="pres">
      <dgm:prSet presAssocID="{FBF6E0B4-3304-43A7-A9AD-12631354ECBA}" presName="node" presStyleLbl="node1" presStyleIdx="3" presStyleCnt="7" custScaleX="152550" custRadScaleRad="96710" custRadScaleInc="22787">
        <dgm:presLayoutVars>
          <dgm:bulletEnabled val="1"/>
        </dgm:presLayoutVars>
      </dgm:prSet>
      <dgm:spPr/>
    </dgm:pt>
    <dgm:pt modelId="{AA95828A-5518-473D-87E5-63922713FBE5}" type="pres">
      <dgm:prSet presAssocID="{4A855FAA-1584-449F-A161-8C0A07A97D9F}" presName="parTrans" presStyleLbl="bgSibTrans2D1" presStyleIdx="4" presStyleCnt="7"/>
      <dgm:spPr/>
    </dgm:pt>
    <dgm:pt modelId="{5CD82303-B0C3-40EF-84C7-1C620F1F6618}" type="pres">
      <dgm:prSet presAssocID="{A976D622-11CA-414B-8C04-609FB11F725A}" presName="node" presStyleLbl="node1" presStyleIdx="4" presStyleCnt="7" custScaleX="152550" custRadScaleRad="95644" custRadScaleInc="70727">
        <dgm:presLayoutVars>
          <dgm:bulletEnabled val="1"/>
        </dgm:presLayoutVars>
      </dgm:prSet>
      <dgm:spPr/>
    </dgm:pt>
    <dgm:pt modelId="{E046924F-9A4A-4595-AB17-452B772BE586}" type="pres">
      <dgm:prSet presAssocID="{A0EE585B-8780-46ED-80AF-4526D62BA2A2}" presName="parTrans" presStyleLbl="bgSibTrans2D1" presStyleIdx="5" presStyleCnt="7"/>
      <dgm:spPr/>
    </dgm:pt>
    <dgm:pt modelId="{2217E17D-4166-45FF-B13E-E88E18769AA6}" type="pres">
      <dgm:prSet presAssocID="{660A8659-157A-492B-B199-81E72D25B28E}" presName="node" presStyleLbl="node1" presStyleIdx="5" presStyleCnt="7" custScaleX="152550" custRadScaleRad="93002" custRadScaleInc="50431">
        <dgm:presLayoutVars>
          <dgm:bulletEnabled val="1"/>
        </dgm:presLayoutVars>
      </dgm:prSet>
      <dgm:spPr/>
    </dgm:pt>
    <dgm:pt modelId="{2A6F844A-6A83-4651-9FB1-66CDD8F99DA6}" type="pres">
      <dgm:prSet presAssocID="{5004D7C2-62E1-48A3-89A7-C0458FEC3ACF}" presName="parTrans" presStyleLbl="bgSibTrans2D1" presStyleIdx="6" presStyleCnt="7"/>
      <dgm:spPr/>
    </dgm:pt>
    <dgm:pt modelId="{1948A2A4-2433-43C1-8333-0ABCC0E76440}" type="pres">
      <dgm:prSet presAssocID="{E77B5102-D70F-4D45-A9FC-DA7B3C33AA70}" presName="node" presStyleLbl="node1" presStyleIdx="6" presStyleCnt="7" custScaleX="152550" custRadScaleRad="105000" custRadScaleInc="78903">
        <dgm:presLayoutVars>
          <dgm:bulletEnabled val="1"/>
        </dgm:presLayoutVars>
      </dgm:prSet>
      <dgm:spPr/>
    </dgm:pt>
  </dgm:ptLst>
  <dgm:cxnLst>
    <dgm:cxn modelId="{1B16001D-CB24-4A85-9B07-780DDFE4D621}" type="presOf" srcId="{2FE78A00-4369-45CD-8998-AF76166F25D0}" destId="{B74F70C8-8137-4B11-BCA8-7E4DEA32B135}" srcOrd="0" destOrd="0" presId="urn:microsoft.com/office/officeart/2005/8/layout/radial4"/>
    <dgm:cxn modelId="{B5916835-5F5F-411F-9B7D-6DFD23F40F3D}" type="presOf" srcId="{E77B5102-D70F-4D45-A9FC-DA7B3C33AA70}" destId="{1948A2A4-2433-43C1-8333-0ABCC0E76440}" srcOrd="0" destOrd="0" presId="urn:microsoft.com/office/officeart/2005/8/layout/radial4"/>
    <dgm:cxn modelId="{0B1B903D-6CDC-4A21-B2CE-B8F14D95A937}" type="presOf" srcId="{6EA2DE80-1E0A-4E08-92D3-FF4411684935}" destId="{C5682DBA-8FC2-437E-8512-4D696871E144}" srcOrd="0" destOrd="0" presId="urn:microsoft.com/office/officeart/2005/8/layout/radial4"/>
    <dgm:cxn modelId="{B4C0173E-1208-4BE7-AA89-27412C6BDFC7}" type="presOf" srcId="{660A8659-157A-492B-B199-81E72D25B28E}" destId="{2217E17D-4166-45FF-B13E-E88E18769AA6}" srcOrd="0" destOrd="0" presId="urn:microsoft.com/office/officeart/2005/8/layout/radial4"/>
    <dgm:cxn modelId="{8CF6EA3F-2456-42FE-8D2C-B8D351036704}" type="presOf" srcId="{A976D622-11CA-414B-8C04-609FB11F725A}" destId="{5CD82303-B0C3-40EF-84C7-1C620F1F6618}" srcOrd="0" destOrd="0" presId="urn:microsoft.com/office/officeart/2005/8/layout/radial4"/>
    <dgm:cxn modelId="{6C665762-BA3D-4A1C-B45E-84265A72A388}" type="presOf" srcId="{A0EE585B-8780-46ED-80AF-4526D62BA2A2}" destId="{E046924F-9A4A-4595-AB17-452B772BE586}" srcOrd="0" destOrd="0" presId="urn:microsoft.com/office/officeart/2005/8/layout/radial4"/>
    <dgm:cxn modelId="{AE338764-0567-4FF7-BF1B-92C8F1CFF43D}" type="presOf" srcId="{27764898-D87F-490D-B4CB-BB47B45E75D0}" destId="{F9A55CE6-98B8-463F-97BD-DE8DB967A296}" srcOrd="0" destOrd="0" presId="urn:microsoft.com/office/officeart/2005/8/layout/radial4"/>
    <dgm:cxn modelId="{56E81B4B-3F9C-48E2-B3BC-56F4FD07F0EB}" type="presOf" srcId="{2CC7B4E7-C129-4711-BFB5-EF0018618F5E}" destId="{66750CFC-335F-41A0-A29E-20C0188057DC}" srcOrd="0" destOrd="0" presId="urn:microsoft.com/office/officeart/2005/8/layout/radial4"/>
    <dgm:cxn modelId="{A95A294C-2C8F-49B8-9773-4D147881E0B8}" srcId="{28577374-778C-431E-B1C6-A07CD41DD286}" destId="{2FE78A00-4369-45CD-8998-AF76166F25D0}" srcOrd="0" destOrd="0" parTransId="{E1D80BDD-83AC-4992-8023-0D2083C281B6}" sibTransId="{E279A79E-A130-44D7-B072-8AC40680CAC4}"/>
    <dgm:cxn modelId="{AAF81A57-AF13-4B07-BD2F-3F8E9C644D05}" type="presOf" srcId="{5004D7C2-62E1-48A3-89A7-C0458FEC3ACF}" destId="{2A6F844A-6A83-4651-9FB1-66CDD8F99DA6}" srcOrd="0" destOrd="0" presId="urn:microsoft.com/office/officeart/2005/8/layout/radial4"/>
    <dgm:cxn modelId="{3DC9D07D-1B0C-49E0-AE5E-718C4938E0C9}" srcId="{2FE78A00-4369-45CD-8998-AF76166F25D0}" destId="{660A8659-157A-492B-B199-81E72D25B28E}" srcOrd="5" destOrd="0" parTransId="{A0EE585B-8780-46ED-80AF-4526D62BA2A2}" sibTransId="{ECEFB14F-0739-4DD3-8478-BCAFAA3E964E}"/>
    <dgm:cxn modelId="{FE1D2286-A068-489C-BDD6-7D8E18FDDEF8}" srcId="{2FE78A00-4369-45CD-8998-AF76166F25D0}" destId="{FBF6E0B4-3304-43A7-A9AD-12631354ECBA}" srcOrd="3" destOrd="0" parTransId="{B504B328-0294-4FCF-AEE2-C5F3E0CE551C}" sibTransId="{7F44D6C2-0DD0-4144-83E5-030409CA8CB6}"/>
    <dgm:cxn modelId="{FFFD0B8C-37E1-428F-8C6A-50248B611F0D}" type="presOf" srcId="{E916CB89-331F-45F6-9C34-6F914F0D911D}" destId="{0C7AD4BC-F278-429E-A136-70FCA2353D42}" srcOrd="0" destOrd="0" presId="urn:microsoft.com/office/officeart/2005/8/layout/radial4"/>
    <dgm:cxn modelId="{6BB66E98-220D-4919-ABBB-E23B67F0D67E}" type="presOf" srcId="{6449DEA2-2E7D-4121-AFA5-BBFEDDCF3E46}" destId="{AE18EAD1-5D56-46E5-BCE6-405B1D4FAF78}" srcOrd="0" destOrd="0" presId="urn:microsoft.com/office/officeart/2005/8/layout/radial4"/>
    <dgm:cxn modelId="{F96F959C-0F1F-4B19-BE1F-5D136EADD259}" srcId="{2FE78A00-4369-45CD-8998-AF76166F25D0}" destId="{A976D622-11CA-414B-8C04-609FB11F725A}" srcOrd="4" destOrd="0" parTransId="{4A855FAA-1584-449F-A161-8C0A07A97D9F}" sibTransId="{75DB11C8-350D-467F-BAF8-3F8700E6FD91}"/>
    <dgm:cxn modelId="{FF260C9D-30CF-4E51-915C-30ED966C0F53}" srcId="{2FE78A00-4369-45CD-8998-AF76166F25D0}" destId="{E77B5102-D70F-4D45-A9FC-DA7B3C33AA70}" srcOrd="6" destOrd="0" parTransId="{5004D7C2-62E1-48A3-89A7-C0458FEC3ACF}" sibTransId="{9272233D-C167-4947-B5DF-039EEFEE27FC}"/>
    <dgm:cxn modelId="{9A5FF99D-7889-4C97-A147-26E3813378E8}" srcId="{2FE78A00-4369-45CD-8998-AF76166F25D0}" destId="{6EA2DE80-1E0A-4E08-92D3-FF4411684935}" srcOrd="1" destOrd="0" parTransId="{2CC7B4E7-C129-4711-BFB5-EF0018618F5E}" sibTransId="{5FBE1DAD-6D51-4481-9F14-A5DD1D845A2E}"/>
    <dgm:cxn modelId="{0EAB47AF-38EB-4B70-B735-A9942594D5D3}" type="presOf" srcId="{4A855FAA-1584-449F-A161-8C0A07A97D9F}" destId="{AA95828A-5518-473D-87E5-63922713FBE5}" srcOrd="0" destOrd="0" presId="urn:microsoft.com/office/officeart/2005/8/layout/radial4"/>
    <dgm:cxn modelId="{E3DF81CD-E819-4C85-8812-EAF2E6DA552D}" type="presOf" srcId="{02ED4F9F-579F-4D63-AADB-4400BDC3C900}" destId="{00BB69F9-C48C-4B53-B84A-6573C2E18FFA}" srcOrd="0" destOrd="0" presId="urn:microsoft.com/office/officeart/2005/8/layout/radial4"/>
    <dgm:cxn modelId="{51820BD4-92DC-417C-862C-E1999BF8D70F}" type="presOf" srcId="{FBF6E0B4-3304-43A7-A9AD-12631354ECBA}" destId="{E40FB5E2-2433-4A23-A8DD-2ED09EAD80C3}" srcOrd="0" destOrd="0" presId="urn:microsoft.com/office/officeart/2005/8/layout/radial4"/>
    <dgm:cxn modelId="{B0CF6DD7-54A2-437A-9B99-FC9883BE2EB5}" type="presOf" srcId="{B504B328-0294-4FCF-AEE2-C5F3E0CE551C}" destId="{60FB60D2-71E8-43EE-AA12-9550BFF3AA1F}" srcOrd="0" destOrd="0" presId="urn:microsoft.com/office/officeart/2005/8/layout/radial4"/>
    <dgm:cxn modelId="{14137EE1-4472-4F5D-8336-637654B64B6C}" srcId="{2FE78A00-4369-45CD-8998-AF76166F25D0}" destId="{02ED4F9F-579F-4D63-AADB-4400BDC3C900}" srcOrd="0" destOrd="0" parTransId="{E916CB89-331F-45F6-9C34-6F914F0D911D}" sibTransId="{7D4CE8BF-6595-4CFD-B73A-8449D8A5969C}"/>
    <dgm:cxn modelId="{434A38E5-2DE1-4CE0-B9B3-6935415BCE4A}" type="presOf" srcId="{28577374-778C-431E-B1C6-A07CD41DD286}" destId="{E5B60A70-BD97-411A-9C54-C005470348FD}" srcOrd="0" destOrd="0" presId="urn:microsoft.com/office/officeart/2005/8/layout/radial4"/>
    <dgm:cxn modelId="{AA0577FE-1228-4153-BB08-A140BD0D910A}" srcId="{2FE78A00-4369-45CD-8998-AF76166F25D0}" destId="{27764898-D87F-490D-B4CB-BB47B45E75D0}" srcOrd="2" destOrd="0" parTransId="{6449DEA2-2E7D-4121-AFA5-BBFEDDCF3E46}" sibTransId="{4EEABC05-184F-40A6-877B-73FB9CCA7624}"/>
    <dgm:cxn modelId="{FD66E2A6-0F7F-44CC-8881-B28B1ED4D0CE}" type="presParOf" srcId="{E5B60A70-BD97-411A-9C54-C005470348FD}" destId="{B74F70C8-8137-4B11-BCA8-7E4DEA32B135}" srcOrd="0" destOrd="0" presId="urn:microsoft.com/office/officeart/2005/8/layout/radial4"/>
    <dgm:cxn modelId="{46B5A496-FF87-4367-8266-8BE373D1B385}" type="presParOf" srcId="{E5B60A70-BD97-411A-9C54-C005470348FD}" destId="{0C7AD4BC-F278-429E-A136-70FCA2353D42}" srcOrd="1" destOrd="0" presId="urn:microsoft.com/office/officeart/2005/8/layout/radial4"/>
    <dgm:cxn modelId="{500A85CC-FE59-4D1A-86E4-BD7080D448F7}" type="presParOf" srcId="{E5B60A70-BD97-411A-9C54-C005470348FD}" destId="{00BB69F9-C48C-4B53-B84A-6573C2E18FFA}" srcOrd="2" destOrd="0" presId="urn:microsoft.com/office/officeart/2005/8/layout/radial4"/>
    <dgm:cxn modelId="{7777CED7-D189-4417-8772-FA2D4A3DC453}" type="presParOf" srcId="{E5B60A70-BD97-411A-9C54-C005470348FD}" destId="{66750CFC-335F-41A0-A29E-20C0188057DC}" srcOrd="3" destOrd="0" presId="urn:microsoft.com/office/officeart/2005/8/layout/radial4"/>
    <dgm:cxn modelId="{12C7D9DB-57FE-4905-A24B-05AE5A683829}" type="presParOf" srcId="{E5B60A70-BD97-411A-9C54-C005470348FD}" destId="{C5682DBA-8FC2-437E-8512-4D696871E144}" srcOrd="4" destOrd="0" presId="urn:microsoft.com/office/officeart/2005/8/layout/radial4"/>
    <dgm:cxn modelId="{4D88A289-DA83-46C4-A5EF-CD0F69858BB6}" type="presParOf" srcId="{E5B60A70-BD97-411A-9C54-C005470348FD}" destId="{AE18EAD1-5D56-46E5-BCE6-405B1D4FAF78}" srcOrd="5" destOrd="0" presId="urn:microsoft.com/office/officeart/2005/8/layout/radial4"/>
    <dgm:cxn modelId="{878C70A7-107B-43E9-ACB5-0B0E5AC35AB2}" type="presParOf" srcId="{E5B60A70-BD97-411A-9C54-C005470348FD}" destId="{F9A55CE6-98B8-463F-97BD-DE8DB967A296}" srcOrd="6" destOrd="0" presId="urn:microsoft.com/office/officeart/2005/8/layout/radial4"/>
    <dgm:cxn modelId="{355EF23C-58DE-4954-BF91-F177C9513709}" type="presParOf" srcId="{E5B60A70-BD97-411A-9C54-C005470348FD}" destId="{60FB60D2-71E8-43EE-AA12-9550BFF3AA1F}" srcOrd="7" destOrd="0" presId="urn:microsoft.com/office/officeart/2005/8/layout/radial4"/>
    <dgm:cxn modelId="{A3281F5D-F241-43F1-B0C0-FFE1DB147594}" type="presParOf" srcId="{E5B60A70-BD97-411A-9C54-C005470348FD}" destId="{E40FB5E2-2433-4A23-A8DD-2ED09EAD80C3}" srcOrd="8" destOrd="0" presId="urn:microsoft.com/office/officeart/2005/8/layout/radial4"/>
    <dgm:cxn modelId="{CEB10A78-31AD-4514-9A26-CEC0CC54AF71}" type="presParOf" srcId="{E5B60A70-BD97-411A-9C54-C005470348FD}" destId="{AA95828A-5518-473D-87E5-63922713FBE5}" srcOrd="9" destOrd="0" presId="urn:microsoft.com/office/officeart/2005/8/layout/radial4"/>
    <dgm:cxn modelId="{D785C365-67FC-4E96-B819-4A1CA2F081BF}" type="presParOf" srcId="{E5B60A70-BD97-411A-9C54-C005470348FD}" destId="{5CD82303-B0C3-40EF-84C7-1C620F1F6618}" srcOrd="10" destOrd="0" presId="urn:microsoft.com/office/officeart/2005/8/layout/radial4"/>
    <dgm:cxn modelId="{251A5644-DE96-445A-BCBD-968ED05F9C9D}" type="presParOf" srcId="{E5B60A70-BD97-411A-9C54-C005470348FD}" destId="{E046924F-9A4A-4595-AB17-452B772BE586}" srcOrd="11" destOrd="0" presId="urn:microsoft.com/office/officeart/2005/8/layout/radial4"/>
    <dgm:cxn modelId="{8BBECB45-6E5A-4B32-884F-A1F761CF1258}" type="presParOf" srcId="{E5B60A70-BD97-411A-9C54-C005470348FD}" destId="{2217E17D-4166-45FF-B13E-E88E18769AA6}" srcOrd="12" destOrd="0" presId="urn:microsoft.com/office/officeart/2005/8/layout/radial4"/>
    <dgm:cxn modelId="{EA7A8E6B-EF7E-4CE5-9BDB-B5EAC6124176}" type="presParOf" srcId="{E5B60A70-BD97-411A-9C54-C005470348FD}" destId="{2A6F844A-6A83-4651-9FB1-66CDD8F99DA6}" srcOrd="13" destOrd="0" presId="urn:microsoft.com/office/officeart/2005/8/layout/radial4"/>
    <dgm:cxn modelId="{9AF628D2-2DC6-4E10-A66B-ADE997C4793F}" type="presParOf" srcId="{E5B60A70-BD97-411A-9C54-C005470348FD}" destId="{1948A2A4-2433-43C1-8333-0ABCC0E76440}" srcOrd="1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E7EDFDA-B2AB-4C4F-AB50-692D69DFB3F9}" type="doc">
      <dgm:prSet loTypeId="urn:microsoft.com/office/officeart/2005/8/layout/arrow5" loCatId="relationship" qsTypeId="urn:microsoft.com/office/officeart/2005/8/quickstyle/simple5#1" qsCatId="simple" csTypeId="urn:microsoft.com/office/officeart/2005/8/colors/colorful4#1" csCatId="colorful" phldr="1"/>
      <dgm:spPr/>
      <dgm:t>
        <a:bodyPr/>
        <a:lstStyle/>
        <a:p>
          <a:endParaRPr lang="en-US"/>
        </a:p>
      </dgm:t>
    </dgm:pt>
    <dgm:pt modelId="{996E74D0-0919-4EE9-80BE-DC10F5C45619}">
      <dgm:prSet phldrT="[Text]" custT="1"/>
      <dgm:spPr/>
      <dgm:t>
        <a:bodyPr anchor="t"/>
        <a:lstStyle/>
        <a:p>
          <a:endParaRPr lang="en-US" altLang="zh-C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EAE20E3-8DE6-44F0-941D-9D731322094A}" type="parTrans" cxnId="{B99D91E5-9D4D-44B3-8C3B-57E38410D449}">
      <dgm:prSet/>
      <dgm:spPr/>
      <dgm:t>
        <a:bodyPr/>
        <a:lstStyle/>
        <a:p>
          <a:endParaRPr lang="en-US"/>
        </a:p>
      </dgm:t>
    </dgm:pt>
    <dgm:pt modelId="{143D9797-442E-416A-8C26-C4D1EB5DBA88}" type="sibTrans" cxnId="{B99D91E5-9D4D-44B3-8C3B-57E38410D449}">
      <dgm:prSet/>
      <dgm:spPr/>
      <dgm:t>
        <a:bodyPr/>
        <a:lstStyle/>
        <a:p>
          <a:endParaRPr lang="en-US"/>
        </a:p>
      </dgm:t>
    </dgm:pt>
    <dgm:pt modelId="{C6CDA578-5BEC-4C8A-9F45-531B1E480F3D}">
      <dgm:prSet phldrT="[Text]" custT="1"/>
      <dgm:spPr/>
      <dgm:t>
        <a:bodyPr/>
        <a:lstStyle/>
        <a:p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3DABBCB-B468-408F-B9BB-3842771E1E76}" type="parTrans" cxnId="{F532EC44-2FB1-4B3B-A2AA-7C8CA8DC4A39}">
      <dgm:prSet/>
      <dgm:spPr/>
      <dgm:t>
        <a:bodyPr/>
        <a:lstStyle/>
        <a:p>
          <a:endParaRPr lang="en-US"/>
        </a:p>
      </dgm:t>
    </dgm:pt>
    <dgm:pt modelId="{20B90C4B-6358-4611-A68E-F6A7DAE3BEAD}" type="sibTrans" cxnId="{F532EC44-2FB1-4B3B-A2AA-7C8CA8DC4A39}">
      <dgm:prSet/>
      <dgm:spPr/>
      <dgm:t>
        <a:bodyPr/>
        <a:lstStyle/>
        <a:p>
          <a:endParaRPr lang="en-US"/>
        </a:p>
      </dgm:t>
    </dgm:pt>
    <dgm:pt modelId="{2AB2F250-5CFF-483B-A240-401AE5D0D7D8}" type="pres">
      <dgm:prSet presAssocID="{5E7EDFDA-B2AB-4C4F-AB50-692D69DFB3F9}" presName="diagram" presStyleCnt="0">
        <dgm:presLayoutVars>
          <dgm:dir/>
          <dgm:resizeHandles val="exact"/>
        </dgm:presLayoutVars>
      </dgm:prSet>
      <dgm:spPr/>
    </dgm:pt>
    <dgm:pt modelId="{3BC17823-4D6D-4129-8601-E89F16EC6AC0}" type="pres">
      <dgm:prSet presAssocID="{996E74D0-0919-4EE9-80BE-DC10F5C45619}" presName="arrow" presStyleLbl="node1" presStyleIdx="0" presStyleCnt="2">
        <dgm:presLayoutVars>
          <dgm:bulletEnabled val="1"/>
        </dgm:presLayoutVars>
      </dgm:prSet>
      <dgm:spPr/>
    </dgm:pt>
    <dgm:pt modelId="{621ADEC9-A73A-4B1E-B802-53F013425263}" type="pres">
      <dgm:prSet presAssocID="{C6CDA578-5BEC-4C8A-9F45-531B1E480F3D}" presName="arrow" presStyleLbl="node1" presStyleIdx="1" presStyleCnt="2">
        <dgm:presLayoutVars>
          <dgm:bulletEnabled val="1"/>
        </dgm:presLayoutVars>
      </dgm:prSet>
      <dgm:spPr/>
    </dgm:pt>
  </dgm:ptLst>
  <dgm:cxnLst>
    <dgm:cxn modelId="{C427B810-42AE-462E-BB03-9A77352B2AF9}" type="presOf" srcId="{5E7EDFDA-B2AB-4C4F-AB50-692D69DFB3F9}" destId="{2AB2F250-5CFF-483B-A240-401AE5D0D7D8}" srcOrd="0" destOrd="0" presId="urn:microsoft.com/office/officeart/2005/8/layout/arrow5"/>
    <dgm:cxn modelId="{F532EC44-2FB1-4B3B-A2AA-7C8CA8DC4A39}" srcId="{5E7EDFDA-B2AB-4C4F-AB50-692D69DFB3F9}" destId="{C6CDA578-5BEC-4C8A-9F45-531B1E480F3D}" srcOrd="1" destOrd="0" parTransId="{D3DABBCB-B468-408F-B9BB-3842771E1E76}" sibTransId="{20B90C4B-6358-4611-A68E-F6A7DAE3BEAD}"/>
    <dgm:cxn modelId="{AD8612B5-D9AC-47D3-ABC7-715BCA1AB486}" type="presOf" srcId="{996E74D0-0919-4EE9-80BE-DC10F5C45619}" destId="{3BC17823-4D6D-4129-8601-E89F16EC6AC0}" srcOrd="0" destOrd="0" presId="urn:microsoft.com/office/officeart/2005/8/layout/arrow5"/>
    <dgm:cxn modelId="{AC547FD5-5954-4DC4-8E75-05E89504BF75}" type="presOf" srcId="{C6CDA578-5BEC-4C8A-9F45-531B1E480F3D}" destId="{621ADEC9-A73A-4B1E-B802-53F013425263}" srcOrd="0" destOrd="0" presId="urn:microsoft.com/office/officeart/2005/8/layout/arrow5"/>
    <dgm:cxn modelId="{B99D91E5-9D4D-44B3-8C3B-57E38410D449}" srcId="{5E7EDFDA-B2AB-4C4F-AB50-692D69DFB3F9}" destId="{996E74D0-0919-4EE9-80BE-DC10F5C45619}" srcOrd="0" destOrd="0" parTransId="{EEAE20E3-8DE6-44F0-941D-9D731322094A}" sibTransId="{143D9797-442E-416A-8C26-C4D1EB5DBA88}"/>
    <dgm:cxn modelId="{0317CCB9-5CE8-4D00-A7C4-7D827579D3D6}" type="presParOf" srcId="{2AB2F250-5CFF-483B-A240-401AE5D0D7D8}" destId="{3BC17823-4D6D-4129-8601-E89F16EC6AC0}" srcOrd="0" destOrd="0" presId="urn:microsoft.com/office/officeart/2005/8/layout/arrow5"/>
    <dgm:cxn modelId="{C545EF97-E4CA-430B-82C3-BFD419B7CE81}" type="presParOf" srcId="{2AB2F250-5CFF-483B-A240-401AE5D0D7D8}" destId="{621ADEC9-A73A-4B1E-B802-53F013425263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0E3173E-152E-41A2-AB06-C637796EF3E4}" type="doc">
      <dgm:prSet loTypeId="urn:microsoft.com/office/officeart/2008/layout/LinedList" loCatId="hierarchy" qsTypeId="urn:microsoft.com/office/officeart/2005/8/quickstyle/simple1#1" qsCatId="simple" csTypeId="urn:microsoft.com/office/officeart/2005/8/colors/accent2_2#1" csCatId="accent2" phldr="1"/>
      <dgm:spPr/>
      <dgm:t>
        <a:bodyPr/>
        <a:lstStyle/>
        <a:p>
          <a:endParaRPr lang="en-US"/>
        </a:p>
      </dgm:t>
    </dgm:pt>
    <dgm:pt modelId="{6FE62CB6-8792-4182-B8D2-921C71450450}">
      <dgm:prSet phldrT="[Text]"/>
      <dgm:spPr/>
      <dgm:t>
        <a:bodyPr anchor="ctr"/>
        <a:lstStyle/>
        <a:p>
          <a:r>
            <a:rPr lang="en-US">
              <a:latin typeface="+mn-lt"/>
              <a:cs typeface="Times New Roman" panose="02020603050405020304" pitchFamily="18" charset="0"/>
            </a:rPr>
            <a:t>Pricing strategies and  contexts</a:t>
          </a:r>
        </a:p>
      </dgm:t>
    </dgm:pt>
    <dgm:pt modelId="{CDC357EB-DD76-49A2-8F01-C7DEC0D2ED11}" type="parTrans" cxnId="{A48A397D-048C-4CFB-929F-E3CB08E8ED41}">
      <dgm:prSet/>
      <dgm:spPr/>
      <dgm:t>
        <a:bodyPr/>
        <a:lstStyle/>
        <a:p>
          <a:endParaRPr lang="en-US"/>
        </a:p>
      </dgm:t>
    </dgm:pt>
    <dgm:pt modelId="{7FC85CF0-F58C-42CB-8C5B-D66982BF12A9}" type="sibTrans" cxnId="{A48A397D-048C-4CFB-929F-E3CB08E8ED41}">
      <dgm:prSet/>
      <dgm:spPr/>
      <dgm:t>
        <a:bodyPr/>
        <a:lstStyle/>
        <a:p>
          <a:endParaRPr lang="en-US"/>
        </a:p>
      </dgm:t>
    </dgm:pt>
    <dgm:pt modelId="{E4F69F32-49E1-4D1F-B962-20DFB90FFEB9}">
      <dgm:prSet phldrT="[Text]"/>
      <dgm:spPr/>
      <dgm:t>
        <a:bodyPr/>
        <a:lstStyle/>
        <a:p>
          <a:r>
            <a:rPr lang="en-US">
              <a:latin typeface="+mn-lt"/>
              <a:cs typeface="Times New Roman" panose="02020603050405020304" pitchFamily="18" charset="0"/>
            </a:rPr>
            <a:t>External influences</a:t>
          </a:r>
        </a:p>
      </dgm:t>
    </dgm:pt>
    <dgm:pt modelId="{5F78E27A-D399-4CF7-A643-092E792E3751}" type="parTrans" cxnId="{43F4B3DB-AC41-48A3-B755-6260AC6BDA43}">
      <dgm:prSet/>
      <dgm:spPr/>
      <dgm:t>
        <a:bodyPr/>
        <a:lstStyle/>
        <a:p>
          <a:endParaRPr lang="en-US"/>
        </a:p>
      </dgm:t>
    </dgm:pt>
    <dgm:pt modelId="{E53CF5BB-20AB-4B3B-A54F-58E8990C0B8E}" type="sibTrans" cxnId="{43F4B3DB-AC41-48A3-B755-6260AC6BDA43}">
      <dgm:prSet/>
      <dgm:spPr/>
      <dgm:t>
        <a:bodyPr/>
        <a:lstStyle/>
        <a:p>
          <a:endParaRPr lang="en-US"/>
        </a:p>
      </dgm:t>
    </dgm:pt>
    <dgm:pt modelId="{889D8D52-D355-42E8-AD92-F2ED7275549A}">
      <dgm:prSet phldrT="[Text]"/>
      <dgm:spPr/>
      <dgm:t>
        <a:bodyPr/>
        <a:lstStyle/>
        <a:p>
          <a:r>
            <a:rPr lang="en-US">
              <a:latin typeface="+mn-lt"/>
              <a:cs typeface="Times New Roman" panose="02020603050405020304" pitchFamily="18" charset="0"/>
            </a:rPr>
            <a:t>Competitive pressure</a:t>
          </a:r>
        </a:p>
      </dgm:t>
    </dgm:pt>
    <dgm:pt modelId="{463B5B2D-3B42-4611-8AE2-54FC3094C4DA}" type="parTrans" cxnId="{367815A0-244C-4D95-AB30-E48795A4421B}">
      <dgm:prSet/>
      <dgm:spPr/>
      <dgm:t>
        <a:bodyPr/>
        <a:lstStyle/>
        <a:p>
          <a:endParaRPr lang="en-US"/>
        </a:p>
      </dgm:t>
    </dgm:pt>
    <dgm:pt modelId="{771A8D6A-749C-4774-831C-27C1C10F993C}" type="sibTrans" cxnId="{367815A0-244C-4D95-AB30-E48795A4421B}">
      <dgm:prSet/>
      <dgm:spPr/>
      <dgm:t>
        <a:bodyPr/>
        <a:lstStyle/>
        <a:p>
          <a:endParaRPr lang="en-US"/>
        </a:p>
      </dgm:t>
    </dgm:pt>
    <dgm:pt modelId="{C3968144-9663-40BE-B1EE-071AFFC3475A}">
      <dgm:prSet phldrT="[Text]"/>
      <dgm:spPr/>
      <dgm:t>
        <a:bodyPr/>
        <a:lstStyle/>
        <a:p>
          <a:r>
            <a:rPr lang="en-US">
              <a:latin typeface="+mn-lt"/>
              <a:cs typeface="Times New Roman" panose="02020603050405020304" pitchFamily="18" charset="0"/>
            </a:rPr>
            <a:t>Consumer preferences</a:t>
          </a:r>
        </a:p>
      </dgm:t>
    </dgm:pt>
    <dgm:pt modelId="{2A90B9C5-BF79-4D78-88F6-A7060C02191E}" type="parTrans" cxnId="{A36DC785-A050-40C1-B40C-3BCDA55C53F8}">
      <dgm:prSet/>
      <dgm:spPr/>
      <dgm:t>
        <a:bodyPr/>
        <a:lstStyle/>
        <a:p>
          <a:endParaRPr lang="en-US"/>
        </a:p>
      </dgm:t>
    </dgm:pt>
    <dgm:pt modelId="{1D86F2AA-FBAC-4E77-BD75-3E1A21AC26BD}" type="sibTrans" cxnId="{A36DC785-A050-40C1-B40C-3BCDA55C53F8}">
      <dgm:prSet/>
      <dgm:spPr/>
      <dgm:t>
        <a:bodyPr/>
        <a:lstStyle/>
        <a:p>
          <a:endParaRPr lang="en-US"/>
        </a:p>
      </dgm:t>
    </dgm:pt>
    <dgm:pt modelId="{0FA12EEE-E746-4EAB-9A0D-7BA7B9B0179D}">
      <dgm:prSet phldrT="[Text]"/>
      <dgm:spPr/>
      <dgm:t>
        <a:bodyPr/>
        <a:lstStyle/>
        <a:p>
          <a:r>
            <a:rPr lang="en-US">
              <a:latin typeface="+mn-lt"/>
              <a:cs typeface="Times New Roman" panose="02020603050405020304" pitchFamily="18" charset="0"/>
            </a:rPr>
            <a:t>Internal influences</a:t>
          </a:r>
        </a:p>
      </dgm:t>
    </dgm:pt>
    <dgm:pt modelId="{178EDC07-0A3F-4AEA-BF1E-66A2A943D8D5}" type="parTrans" cxnId="{AA52DB28-A7C0-4CA2-B133-31A18B36624A}">
      <dgm:prSet/>
      <dgm:spPr/>
      <dgm:t>
        <a:bodyPr/>
        <a:lstStyle/>
        <a:p>
          <a:endParaRPr lang="en-US"/>
        </a:p>
      </dgm:t>
    </dgm:pt>
    <dgm:pt modelId="{6B79ECE4-8201-4A8C-B1DB-260B0B3B3B4C}" type="sibTrans" cxnId="{AA52DB28-A7C0-4CA2-B133-31A18B36624A}">
      <dgm:prSet/>
      <dgm:spPr/>
      <dgm:t>
        <a:bodyPr/>
        <a:lstStyle/>
        <a:p>
          <a:endParaRPr lang="en-US"/>
        </a:p>
      </dgm:t>
    </dgm:pt>
    <dgm:pt modelId="{5539B106-AAFA-4575-BE84-185265FB07FA}">
      <dgm:prSet phldrT="[Text]"/>
      <dgm:spPr/>
      <dgm:t>
        <a:bodyPr/>
        <a:lstStyle/>
        <a:p>
          <a:r>
            <a:rPr lang="en-US">
              <a:latin typeface="+mn-lt"/>
              <a:cs typeface="Times New Roman" panose="02020603050405020304" pitchFamily="18" charset="0"/>
            </a:rPr>
            <a:t>Company cost</a:t>
          </a:r>
        </a:p>
      </dgm:t>
    </dgm:pt>
    <dgm:pt modelId="{32497824-BA79-4629-906F-22F3B98252D5}" type="parTrans" cxnId="{7815D630-56B7-4055-A03A-7285BE43E50E}">
      <dgm:prSet/>
      <dgm:spPr/>
      <dgm:t>
        <a:bodyPr/>
        <a:lstStyle/>
        <a:p>
          <a:endParaRPr lang="en-US"/>
        </a:p>
      </dgm:t>
    </dgm:pt>
    <dgm:pt modelId="{92FED19A-42F5-4DDF-952C-87CAE48FFB7A}" type="sibTrans" cxnId="{7815D630-56B7-4055-A03A-7285BE43E50E}">
      <dgm:prSet/>
      <dgm:spPr/>
      <dgm:t>
        <a:bodyPr/>
        <a:lstStyle/>
        <a:p>
          <a:endParaRPr lang="en-US"/>
        </a:p>
      </dgm:t>
    </dgm:pt>
    <dgm:pt modelId="{85153E90-7500-40B4-A699-F899632394F5}">
      <dgm:prSet phldrT="[Text]" custT="1"/>
      <dgm:spPr/>
      <dgm:t>
        <a:bodyPr/>
        <a:lstStyle/>
        <a:p>
          <a:r>
            <a:rPr lang="en-US" sz="1100" dirty="0">
              <a:latin typeface="+mn-lt"/>
              <a:cs typeface="Times New Roman" panose="02020603050405020304" pitchFamily="18" charset="0"/>
            </a:rPr>
            <a:t>Price leadership</a:t>
          </a:r>
        </a:p>
      </dgm:t>
    </dgm:pt>
    <dgm:pt modelId="{63D231DD-1EBD-477D-8452-219B0CC3202F}" type="parTrans" cxnId="{57FFB356-8476-499B-B95A-216D3BA47B89}">
      <dgm:prSet/>
      <dgm:spPr/>
      <dgm:t>
        <a:bodyPr/>
        <a:lstStyle/>
        <a:p>
          <a:endParaRPr lang="en-US"/>
        </a:p>
      </dgm:t>
    </dgm:pt>
    <dgm:pt modelId="{0554F4F2-10B0-4FC7-9541-1F6964CB77CE}" type="sibTrans" cxnId="{57FFB356-8476-499B-B95A-216D3BA47B89}">
      <dgm:prSet/>
      <dgm:spPr/>
      <dgm:t>
        <a:bodyPr/>
        <a:lstStyle/>
        <a:p>
          <a:endParaRPr lang="en-US"/>
        </a:p>
      </dgm:t>
    </dgm:pt>
    <dgm:pt modelId="{5DF5FC66-CE18-401C-BCED-54BD3CFFB773}">
      <dgm:prSet phldrT="[Text]" custT="1"/>
      <dgm:spPr/>
      <dgm:t>
        <a:bodyPr/>
        <a:lstStyle/>
        <a:p>
          <a:r>
            <a:rPr lang="en-US" sz="1100">
              <a:latin typeface="+mn-lt"/>
              <a:cs typeface="Times New Roman" panose="02020603050405020304" pitchFamily="18" charset="0"/>
            </a:rPr>
            <a:t>Competitive parity</a:t>
          </a:r>
        </a:p>
      </dgm:t>
    </dgm:pt>
    <dgm:pt modelId="{C7F5899D-15C8-453B-9A4E-FCABA33B2ABA}" type="parTrans" cxnId="{1FC9E70C-DAF0-4C05-A4D6-260F8ADB34E5}">
      <dgm:prSet/>
      <dgm:spPr/>
      <dgm:t>
        <a:bodyPr/>
        <a:lstStyle/>
        <a:p>
          <a:endParaRPr lang="en-US"/>
        </a:p>
      </dgm:t>
    </dgm:pt>
    <dgm:pt modelId="{69AD991A-CA24-4D66-9A40-A584FB08C883}" type="sibTrans" cxnId="{1FC9E70C-DAF0-4C05-A4D6-260F8ADB34E5}">
      <dgm:prSet/>
      <dgm:spPr/>
      <dgm:t>
        <a:bodyPr/>
        <a:lstStyle/>
        <a:p>
          <a:endParaRPr lang="en-US"/>
        </a:p>
      </dgm:t>
    </dgm:pt>
    <dgm:pt modelId="{FA5E6E94-5C9D-4946-99CD-1EF188D08AAD}">
      <dgm:prSet phldrT="[Text]" custT="1"/>
      <dgm:spPr/>
      <dgm:t>
        <a:bodyPr/>
        <a:lstStyle/>
        <a:p>
          <a:r>
            <a:rPr lang="en-US" sz="1100" dirty="0">
              <a:latin typeface="+mn-lt"/>
              <a:cs typeface="Times New Roman" panose="02020603050405020304" pitchFamily="18" charset="0"/>
            </a:rPr>
            <a:t>Low-cost pricing</a:t>
          </a:r>
        </a:p>
      </dgm:t>
    </dgm:pt>
    <dgm:pt modelId="{BD636BE0-11E9-4594-8276-B064638E9CA6}" type="parTrans" cxnId="{8C2251DB-27E3-4071-AEB2-9C9CE6F6A64D}">
      <dgm:prSet/>
      <dgm:spPr/>
      <dgm:t>
        <a:bodyPr/>
        <a:lstStyle/>
        <a:p>
          <a:endParaRPr lang="en-US"/>
        </a:p>
      </dgm:t>
    </dgm:pt>
    <dgm:pt modelId="{3EC5EB38-02AB-4BED-A519-F06E27CCFFFE}" type="sibTrans" cxnId="{8C2251DB-27E3-4071-AEB2-9C9CE6F6A64D}">
      <dgm:prSet/>
      <dgm:spPr/>
      <dgm:t>
        <a:bodyPr/>
        <a:lstStyle/>
        <a:p>
          <a:endParaRPr lang="en-US"/>
        </a:p>
      </dgm:t>
    </dgm:pt>
    <dgm:pt modelId="{7FD151FB-C285-416A-B8A2-7D699DFFC989}">
      <dgm:prSet phldrT="[Text]" custT="1"/>
      <dgm:spPr/>
      <dgm:t>
        <a:bodyPr anchor="ctr"/>
        <a:lstStyle/>
        <a:p>
          <a:r>
            <a:rPr lang="en-US" sz="1100">
              <a:latin typeface="+mn-lt"/>
              <a:cs typeface="Times New Roman" panose="02020603050405020304" pitchFamily="18" charset="0"/>
            </a:rPr>
            <a:t>Price signaling </a:t>
          </a:r>
        </a:p>
      </dgm:t>
    </dgm:pt>
    <dgm:pt modelId="{B62CA66C-3DDC-4F38-B5E7-B1CC6C375E9C}" type="parTrans" cxnId="{E7C56504-1F8F-4747-9247-1D039DCDED87}">
      <dgm:prSet/>
      <dgm:spPr/>
      <dgm:t>
        <a:bodyPr/>
        <a:lstStyle/>
        <a:p>
          <a:endParaRPr lang="en-US"/>
        </a:p>
      </dgm:t>
    </dgm:pt>
    <dgm:pt modelId="{A7503D34-71C4-4B68-A86E-743805F36885}" type="sibTrans" cxnId="{E7C56504-1F8F-4747-9247-1D039DCDED87}">
      <dgm:prSet/>
      <dgm:spPr/>
      <dgm:t>
        <a:bodyPr/>
        <a:lstStyle/>
        <a:p>
          <a:endParaRPr lang="en-US"/>
        </a:p>
      </dgm:t>
    </dgm:pt>
    <dgm:pt modelId="{7B8995B8-007D-47C4-AB5A-01E03A9E34D7}">
      <dgm:prSet phldrT="[Text]"/>
      <dgm:spPr/>
      <dgm:t>
        <a:bodyPr/>
        <a:lstStyle/>
        <a:p>
          <a:r>
            <a:rPr lang="en-US">
              <a:latin typeface="+mn-lt"/>
              <a:cs typeface="Times New Roman" panose="02020603050405020304" pitchFamily="18" charset="0"/>
            </a:rPr>
            <a:t>Product lines</a:t>
          </a:r>
        </a:p>
      </dgm:t>
    </dgm:pt>
    <dgm:pt modelId="{7CF47FFC-EBAB-456C-B956-0053FB48CAAF}" type="parTrans" cxnId="{8636B4D4-3AD8-4656-A519-EAF5A9E9A135}">
      <dgm:prSet/>
      <dgm:spPr/>
      <dgm:t>
        <a:bodyPr/>
        <a:lstStyle/>
        <a:p>
          <a:endParaRPr lang="en-US"/>
        </a:p>
      </dgm:t>
    </dgm:pt>
    <dgm:pt modelId="{9B85F065-86DF-4707-BC4A-8C89A2E76F49}" type="sibTrans" cxnId="{8636B4D4-3AD8-4656-A519-EAF5A9E9A135}">
      <dgm:prSet/>
      <dgm:spPr/>
      <dgm:t>
        <a:bodyPr/>
        <a:lstStyle/>
        <a:p>
          <a:endParaRPr lang="en-US"/>
        </a:p>
      </dgm:t>
    </dgm:pt>
    <dgm:pt modelId="{D5F67CB3-3FE0-473D-9329-7AE1B92E7D42}">
      <dgm:prSet phldrT="[Text]"/>
      <dgm:spPr/>
      <dgm:t>
        <a:bodyPr/>
        <a:lstStyle/>
        <a:p>
          <a:r>
            <a:rPr lang="en-US">
              <a:latin typeface="+mn-lt"/>
              <a:cs typeface="Times New Roman" panose="02020603050405020304" pitchFamily="18" charset="0"/>
            </a:rPr>
            <a:t>Product life cycle</a:t>
          </a:r>
        </a:p>
      </dgm:t>
    </dgm:pt>
    <dgm:pt modelId="{5023B9D5-9D7E-49A8-810A-9AC08EFB6B19}" type="parTrans" cxnId="{D8C86FA0-6198-4C12-84C3-749CDA469E6D}">
      <dgm:prSet/>
      <dgm:spPr/>
      <dgm:t>
        <a:bodyPr/>
        <a:lstStyle/>
        <a:p>
          <a:endParaRPr lang="en-US"/>
        </a:p>
      </dgm:t>
    </dgm:pt>
    <dgm:pt modelId="{D5E87289-6B86-4662-BC2C-210769E63A3F}" type="sibTrans" cxnId="{D8C86FA0-6198-4C12-84C3-749CDA469E6D}">
      <dgm:prSet/>
      <dgm:spPr/>
      <dgm:t>
        <a:bodyPr/>
        <a:lstStyle/>
        <a:p>
          <a:endParaRPr lang="en-US"/>
        </a:p>
      </dgm:t>
    </dgm:pt>
    <dgm:pt modelId="{CF697F0E-3F64-43A9-A190-9C9C43527078}">
      <dgm:prSet phldrT="[Text]" custT="1"/>
      <dgm:spPr/>
      <dgm:t>
        <a:bodyPr/>
        <a:lstStyle/>
        <a:p>
          <a:r>
            <a:rPr lang="en-US" sz="1100">
              <a:latin typeface="+mn-lt"/>
              <a:cs typeface="Times New Roman" panose="02020603050405020304" pitchFamily="18" charset="0"/>
            </a:rPr>
            <a:t>Launch: skimming or penetration</a:t>
          </a:r>
        </a:p>
      </dgm:t>
    </dgm:pt>
    <dgm:pt modelId="{2695CA5C-B584-4D2E-8CB7-16B49F4B8D83}" type="parTrans" cxnId="{4F6B5FDB-3E5C-47A8-AB24-8439235F9354}">
      <dgm:prSet/>
      <dgm:spPr/>
      <dgm:t>
        <a:bodyPr/>
        <a:lstStyle/>
        <a:p>
          <a:endParaRPr lang="en-US"/>
        </a:p>
      </dgm:t>
    </dgm:pt>
    <dgm:pt modelId="{E6ACDFD7-347D-4D4F-B44F-E2D00089831B}" type="sibTrans" cxnId="{4F6B5FDB-3E5C-47A8-AB24-8439235F9354}">
      <dgm:prSet/>
      <dgm:spPr/>
      <dgm:t>
        <a:bodyPr/>
        <a:lstStyle/>
        <a:p>
          <a:endParaRPr lang="en-US"/>
        </a:p>
      </dgm:t>
    </dgm:pt>
    <dgm:pt modelId="{810348AD-29ED-4477-A0F3-0161FBF9FE54}">
      <dgm:prSet phldrT="[Text]" custT="1"/>
      <dgm:spPr/>
      <dgm:t>
        <a:bodyPr/>
        <a:lstStyle/>
        <a:p>
          <a:r>
            <a:rPr lang="en-US" sz="1100">
              <a:latin typeface="+mn-lt"/>
              <a:cs typeface="Times New Roman" panose="02020603050405020304" pitchFamily="18" charset="0"/>
            </a:rPr>
            <a:t>Growth: lower prices because of competition</a:t>
          </a:r>
        </a:p>
      </dgm:t>
    </dgm:pt>
    <dgm:pt modelId="{333C5DDD-4DF3-4C7D-9E66-30861F6AA375}" type="parTrans" cxnId="{20377CC1-C7C0-4B07-B4D8-89CBAC56B5BB}">
      <dgm:prSet/>
      <dgm:spPr/>
      <dgm:t>
        <a:bodyPr/>
        <a:lstStyle/>
        <a:p>
          <a:endParaRPr lang="en-US"/>
        </a:p>
      </dgm:t>
    </dgm:pt>
    <dgm:pt modelId="{846A6662-E14F-4765-B060-420FA1D23661}" type="sibTrans" cxnId="{20377CC1-C7C0-4B07-B4D8-89CBAC56B5BB}">
      <dgm:prSet/>
      <dgm:spPr/>
      <dgm:t>
        <a:bodyPr/>
        <a:lstStyle/>
        <a:p>
          <a:endParaRPr lang="en-US"/>
        </a:p>
      </dgm:t>
    </dgm:pt>
    <dgm:pt modelId="{6F44AC18-240A-43A0-BB08-6BED87143E7A}">
      <dgm:prSet phldrT="[Text]" custT="1"/>
      <dgm:spPr/>
      <dgm:t>
        <a:bodyPr/>
        <a:lstStyle/>
        <a:p>
          <a:r>
            <a:rPr lang="en-US" sz="1100">
              <a:latin typeface="+mn-lt"/>
              <a:cs typeface="Times New Roman" panose="02020603050405020304" pitchFamily="18" charset="0"/>
            </a:rPr>
            <a:t>Maturity: discounts and reductions</a:t>
          </a:r>
        </a:p>
      </dgm:t>
    </dgm:pt>
    <dgm:pt modelId="{2686816D-31C9-4860-ABDE-5F09BAAE48F8}" type="parTrans" cxnId="{EA03EC74-8B58-4B47-B55A-53A57392B868}">
      <dgm:prSet/>
      <dgm:spPr/>
      <dgm:t>
        <a:bodyPr/>
        <a:lstStyle/>
        <a:p>
          <a:endParaRPr lang="en-US"/>
        </a:p>
      </dgm:t>
    </dgm:pt>
    <dgm:pt modelId="{EC1E050A-5BDE-4C9C-AB69-BE1F1C1389C1}" type="sibTrans" cxnId="{EA03EC74-8B58-4B47-B55A-53A57392B868}">
      <dgm:prSet/>
      <dgm:spPr/>
      <dgm:t>
        <a:bodyPr/>
        <a:lstStyle/>
        <a:p>
          <a:endParaRPr lang="en-US"/>
        </a:p>
      </dgm:t>
    </dgm:pt>
    <dgm:pt modelId="{53066BF4-D54B-4F4A-B725-30671E9D8F73}">
      <dgm:prSet phldrT="[Text]" custT="1"/>
      <dgm:spPr/>
      <dgm:t>
        <a:bodyPr/>
        <a:lstStyle/>
        <a:p>
          <a:r>
            <a:rPr lang="en-US" sz="1100">
              <a:latin typeface="+mn-lt"/>
              <a:cs typeface="Times New Roman" panose="02020603050405020304" pitchFamily="18" charset="0"/>
            </a:rPr>
            <a:t>Decline: sharp drop in prices or withdraw</a:t>
          </a:r>
        </a:p>
      </dgm:t>
    </dgm:pt>
    <dgm:pt modelId="{FE5EFB3F-1B28-4E28-89FE-7CFAB611A4AF}" type="parTrans" cxnId="{958567FC-E893-4BBB-9102-97A8E3B4D591}">
      <dgm:prSet/>
      <dgm:spPr/>
      <dgm:t>
        <a:bodyPr/>
        <a:lstStyle/>
        <a:p>
          <a:endParaRPr lang="en-US"/>
        </a:p>
      </dgm:t>
    </dgm:pt>
    <dgm:pt modelId="{93D4671C-C45D-49DA-99D3-89F0190D7529}" type="sibTrans" cxnId="{958567FC-E893-4BBB-9102-97A8E3B4D591}">
      <dgm:prSet/>
      <dgm:spPr/>
      <dgm:t>
        <a:bodyPr/>
        <a:lstStyle/>
        <a:p>
          <a:endParaRPr lang="en-US"/>
        </a:p>
      </dgm:t>
    </dgm:pt>
    <dgm:pt modelId="{419264E7-80C1-4CC9-B30E-461CAA9566E1}">
      <dgm:prSet phldrT="[Text]" custT="1"/>
      <dgm:spPr/>
      <dgm:t>
        <a:bodyPr/>
        <a:lstStyle/>
        <a:p>
          <a:r>
            <a:rPr lang="en-US" sz="1100">
              <a:latin typeface="+mn-lt"/>
              <a:cs typeface="Times New Roman" panose="02020603050405020304" pitchFamily="18" charset="0"/>
            </a:rPr>
            <a:t>Cost-plus pricing</a:t>
          </a:r>
        </a:p>
      </dgm:t>
    </dgm:pt>
    <dgm:pt modelId="{09CA5EFC-3B31-4AB0-AC5E-BC7C83840199}" type="parTrans" cxnId="{BD4CA2A0-BB13-42B9-A709-F2A4EC08B43E}">
      <dgm:prSet/>
      <dgm:spPr/>
      <dgm:t>
        <a:bodyPr/>
        <a:lstStyle/>
        <a:p>
          <a:endParaRPr lang="en-US"/>
        </a:p>
      </dgm:t>
    </dgm:pt>
    <dgm:pt modelId="{A0E5C8F5-0762-417E-A1F4-DCC6859B636A}" type="sibTrans" cxnId="{BD4CA2A0-BB13-42B9-A709-F2A4EC08B43E}">
      <dgm:prSet/>
      <dgm:spPr/>
      <dgm:t>
        <a:bodyPr/>
        <a:lstStyle/>
        <a:p>
          <a:endParaRPr lang="en-US"/>
        </a:p>
      </dgm:t>
    </dgm:pt>
    <dgm:pt modelId="{F01EC573-3707-4E8F-B648-97AA9440BD19}">
      <dgm:prSet phldrT="[Text]" custT="1"/>
      <dgm:spPr/>
      <dgm:t>
        <a:bodyPr/>
        <a:lstStyle/>
        <a:p>
          <a:r>
            <a:rPr lang="en-US" sz="1100">
              <a:latin typeface="+mn-lt"/>
              <a:cs typeface="Times New Roman" panose="02020603050405020304" pitchFamily="18" charset="0"/>
            </a:rPr>
            <a:t>Complementary product pricing</a:t>
          </a:r>
        </a:p>
      </dgm:t>
    </dgm:pt>
    <dgm:pt modelId="{AB8260DF-2B28-4CC6-9643-E629ABB950F5}" type="parTrans" cxnId="{39EA6F6C-3DB6-4769-81A3-64EF6143A805}">
      <dgm:prSet/>
      <dgm:spPr/>
      <dgm:t>
        <a:bodyPr/>
        <a:lstStyle/>
        <a:p>
          <a:endParaRPr lang="en-US"/>
        </a:p>
      </dgm:t>
    </dgm:pt>
    <dgm:pt modelId="{34C0584A-00FA-4969-B971-441B932D63A7}" type="sibTrans" cxnId="{39EA6F6C-3DB6-4769-81A3-64EF6143A805}">
      <dgm:prSet/>
      <dgm:spPr/>
      <dgm:t>
        <a:bodyPr/>
        <a:lstStyle/>
        <a:p>
          <a:endParaRPr lang="en-US"/>
        </a:p>
      </dgm:t>
    </dgm:pt>
    <dgm:pt modelId="{A9849EA2-4B9E-44CB-BFEF-47FDD5E424D1}">
      <dgm:prSet phldrT="[Text]"/>
      <dgm:spPr/>
      <dgm:t>
        <a:bodyPr/>
        <a:lstStyle/>
        <a:p>
          <a:r>
            <a:rPr lang="en-US">
              <a:latin typeface="+mn-lt"/>
              <a:cs typeface="Times New Roman" panose="02020603050405020304" pitchFamily="18" charset="0"/>
            </a:rPr>
            <a:t>Price bunding</a:t>
          </a:r>
        </a:p>
      </dgm:t>
    </dgm:pt>
    <dgm:pt modelId="{1D196589-2918-41D2-82C6-B1C070A4CA5D}" type="parTrans" cxnId="{BDBC4D8D-8B66-4C40-8047-FBA57AF904DD}">
      <dgm:prSet/>
      <dgm:spPr/>
      <dgm:t>
        <a:bodyPr/>
        <a:lstStyle/>
        <a:p>
          <a:endParaRPr lang="en-US"/>
        </a:p>
      </dgm:t>
    </dgm:pt>
    <dgm:pt modelId="{EEF9C734-6907-4E39-AC7C-4D9CCF13F3CC}" type="sibTrans" cxnId="{BDBC4D8D-8B66-4C40-8047-FBA57AF904DD}">
      <dgm:prSet/>
      <dgm:spPr/>
      <dgm:t>
        <a:bodyPr/>
        <a:lstStyle/>
        <a:p>
          <a:endParaRPr lang="en-US"/>
        </a:p>
      </dgm:t>
    </dgm:pt>
    <dgm:pt modelId="{546A8A26-9BB9-4C6E-90D0-C5CF84808590}">
      <dgm:prSet phldrT="[Text]" custT="1"/>
      <dgm:spPr/>
      <dgm:t>
        <a:bodyPr/>
        <a:lstStyle/>
        <a:p>
          <a:r>
            <a:rPr lang="en-US" sz="1100" dirty="0">
              <a:latin typeface="+mn-lt"/>
              <a:cs typeface="Times New Roman" panose="02020603050405020304" pitchFamily="18" charset="0"/>
            </a:rPr>
            <a:t>Customer value</a:t>
          </a:r>
        </a:p>
      </dgm:t>
    </dgm:pt>
    <dgm:pt modelId="{B80B01EF-08F2-40C0-B84E-AE168CA7433F}" type="parTrans" cxnId="{180094FF-44D2-493A-A141-A78743DB7CA1}">
      <dgm:prSet/>
      <dgm:spPr/>
      <dgm:t>
        <a:bodyPr/>
        <a:lstStyle/>
        <a:p>
          <a:endParaRPr lang="en-US"/>
        </a:p>
      </dgm:t>
    </dgm:pt>
    <dgm:pt modelId="{B1A4528D-DBF3-4868-A00F-02AA71B3E69E}" type="sibTrans" cxnId="{180094FF-44D2-493A-A141-A78743DB7CA1}">
      <dgm:prSet/>
      <dgm:spPr/>
      <dgm:t>
        <a:bodyPr/>
        <a:lstStyle/>
        <a:p>
          <a:endParaRPr lang="en-US"/>
        </a:p>
      </dgm:t>
    </dgm:pt>
    <dgm:pt modelId="{2F1B83B8-C7FC-4041-A79B-C813430A1AF3}" type="pres">
      <dgm:prSet presAssocID="{C0E3173E-152E-41A2-AB06-C637796EF3E4}" presName="vert0" presStyleCnt="0">
        <dgm:presLayoutVars>
          <dgm:dir/>
          <dgm:animOne val="branch"/>
          <dgm:animLvl val="lvl"/>
        </dgm:presLayoutVars>
      </dgm:prSet>
      <dgm:spPr/>
    </dgm:pt>
    <dgm:pt modelId="{4753D005-CFA2-4987-A85C-4ADB8638755D}" type="pres">
      <dgm:prSet presAssocID="{6FE62CB6-8792-4182-B8D2-921C71450450}" presName="thickLine" presStyleLbl="alignNode1" presStyleIdx="0" presStyleCnt="1"/>
      <dgm:spPr/>
    </dgm:pt>
    <dgm:pt modelId="{055F8436-CFF5-4DE9-ADE4-C206B3C05A25}" type="pres">
      <dgm:prSet presAssocID="{6FE62CB6-8792-4182-B8D2-921C71450450}" presName="horz1" presStyleCnt="0"/>
      <dgm:spPr/>
    </dgm:pt>
    <dgm:pt modelId="{E052CCE9-9A6E-4CE9-9948-81974A16FD97}" type="pres">
      <dgm:prSet presAssocID="{6FE62CB6-8792-4182-B8D2-921C71450450}" presName="tx1" presStyleLbl="revTx" presStyleIdx="0" presStyleCnt="20"/>
      <dgm:spPr/>
    </dgm:pt>
    <dgm:pt modelId="{D3F1A9F6-92BE-462B-956C-88DE6BF5BEA6}" type="pres">
      <dgm:prSet presAssocID="{6FE62CB6-8792-4182-B8D2-921C71450450}" presName="vert1" presStyleCnt="0"/>
      <dgm:spPr/>
    </dgm:pt>
    <dgm:pt modelId="{01ADFC14-D7C8-4B0F-BCFC-85FDF12F7F86}" type="pres">
      <dgm:prSet presAssocID="{E4F69F32-49E1-4D1F-B962-20DFB90FFEB9}" presName="vertSpace2a" presStyleCnt="0"/>
      <dgm:spPr/>
    </dgm:pt>
    <dgm:pt modelId="{C7CBE5AF-4E9E-4E03-944B-664495835D31}" type="pres">
      <dgm:prSet presAssocID="{E4F69F32-49E1-4D1F-B962-20DFB90FFEB9}" presName="horz2" presStyleCnt="0"/>
      <dgm:spPr/>
    </dgm:pt>
    <dgm:pt modelId="{BD66435A-E3A5-4C56-BED6-25F8988B69C6}" type="pres">
      <dgm:prSet presAssocID="{E4F69F32-49E1-4D1F-B962-20DFB90FFEB9}" presName="horzSpace2" presStyleCnt="0"/>
      <dgm:spPr/>
    </dgm:pt>
    <dgm:pt modelId="{1CE795B5-CD0B-4050-9D2A-F3174840DC6C}" type="pres">
      <dgm:prSet presAssocID="{E4F69F32-49E1-4D1F-B962-20DFB90FFEB9}" presName="tx2" presStyleLbl="revTx" presStyleIdx="1" presStyleCnt="20"/>
      <dgm:spPr/>
    </dgm:pt>
    <dgm:pt modelId="{6349DA2E-B970-4727-ACD2-344DA4B9EA6E}" type="pres">
      <dgm:prSet presAssocID="{E4F69F32-49E1-4D1F-B962-20DFB90FFEB9}" presName="vert2" presStyleCnt="0"/>
      <dgm:spPr/>
    </dgm:pt>
    <dgm:pt modelId="{4ACC44BA-6C14-4B71-BDBE-DFF9B07286FB}" type="pres">
      <dgm:prSet presAssocID="{889D8D52-D355-42E8-AD92-F2ED7275549A}" presName="horz3" presStyleCnt="0"/>
      <dgm:spPr/>
    </dgm:pt>
    <dgm:pt modelId="{49EE36F0-17B9-44C9-A975-F1ECC88CAFE6}" type="pres">
      <dgm:prSet presAssocID="{889D8D52-D355-42E8-AD92-F2ED7275549A}" presName="horzSpace3" presStyleCnt="0"/>
      <dgm:spPr/>
    </dgm:pt>
    <dgm:pt modelId="{59786C3A-5EC6-4664-87D4-BA7206C30108}" type="pres">
      <dgm:prSet presAssocID="{889D8D52-D355-42E8-AD92-F2ED7275549A}" presName="tx3" presStyleLbl="revTx" presStyleIdx="2" presStyleCnt="20" custLinFactNeighborX="0"/>
      <dgm:spPr/>
    </dgm:pt>
    <dgm:pt modelId="{E3720A81-7DFD-47B9-864B-17D74DA98356}" type="pres">
      <dgm:prSet presAssocID="{889D8D52-D355-42E8-AD92-F2ED7275549A}" presName="vert3" presStyleCnt="0"/>
      <dgm:spPr/>
    </dgm:pt>
    <dgm:pt modelId="{8C7372B3-8129-4687-84AB-6776C310BCC7}" type="pres">
      <dgm:prSet presAssocID="{85153E90-7500-40B4-A699-F899632394F5}" presName="horz4" presStyleCnt="0"/>
      <dgm:spPr/>
    </dgm:pt>
    <dgm:pt modelId="{5F7A91E1-BDA2-4DD3-B30D-992A4A1594F9}" type="pres">
      <dgm:prSet presAssocID="{85153E90-7500-40B4-A699-F899632394F5}" presName="horzSpace4" presStyleCnt="0"/>
      <dgm:spPr/>
    </dgm:pt>
    <dgm:pt modelId="{7EB5032F-32B1-491D-8503-068E70228FA6}" type="pres">
      <dgm:prSet presAssocID="{85153E90-7500-40B4-A699-F899632394F5}" presName="tx4" presStyleLbl="revTx" presStyleIdx="3" presStyleCnt="20" custLinFactNeighborX="1334">
        <dgm:presLayoutVars>
          <dgm:bulletEnabled val="1"/>
        </dgm:presLayoutVars>
      </dgm:prSet>
      <dgm:spPr/>
    </dgm:pt>
    <dgm:pt modelId="{F804738E-F7F5-452F-9777-94C57F270DAA}" type="pres">
      <dgm:prSet presAssocID="{5DF5FC66-CE18-401C-BCED-54BD3CFFB773}" presName="horz4" presStyleCnt="0"/>
      <dgm:spPr/>
    </dgm:pt>
    <dgm:pt modelId="{BAB2BF6F-F35A-4CBD-901D-22A21BB1BA86}" type="pres">
      <dgm:prSet presAssocID="{5DF5FC66-CE18-401C-BCED-54BD3CFFB773}" presName="horzSpace4" presStyleCnt="0"/>
      <dgm:spPr/>
    </dgm:pt>
    <dgm:pt modelId="{9BDBBDB1-1B41-4EA1-B4BE-7A0A871BAAE7}" type="pres">
      <dgm:prSet presAssocID="{5DF5FC66-CE18-401C-BCED-54BD3CFFB773}" presName="tx4" presStyleLbl="revTx" presStyleIdx="4" presStyleCnt="20" custLinFactNeighborX="1">
        <dgm:presLayoutVars>
          <dgm:bulletEnabled val="1"/>
        </dgm:presLayoutVars>
      </dgm:prSet>
      <dgm:spPr/>
    </dgm:pt>
    <dgm:pt modelId="{552D0B1C-BC67-4F21-9017-C9E621B83D5A}" type="pres">
      <dgm:prSet presAssocID="{FA5E6E94-5C9D-4946-99CD-1EF188D08AAD}" presName="horz4" presStyleCnt="0"/>
      <dgm:spPr/>
    </dgm:pt>
    <dgm:pt modelId="{C3C41715-4221-4C7F-B8E1-4BB353DDCDA9}" type="pres">
      <dgm:prSet presAssocID="{FA5E6E94-5C9D-4946-99CD-1EF188D08AAD}" presName="horzSpace4" presStyleCnt="0"/>
      <dgm:spPr/>
    </dgm:pt>
    <dgm:pt modelId="{1FD382B5-FF0C-426B-9F63-DD2EC4EF56AC}" type="pres">
      <dgm:prSet presAssocID="{FA5E6E94-5C9D-4946-99CD-1EF188D08AAD}" presName="tx4" presStyleLbl="revTx" presStyleIdx="5" presStyleCnt="20" custLinFactNeighborX="1">
        <dgm:presLayoutVars>
          <dgm:bulletEnabled val="1"/>
        </dgm:presLayoutVars>
      </dgm:prSet>
      <dgm:spPr/>
    </dgm:pt>
    <dgm:pt modelId="{5202FC63-BE3B-4164-84F3-403A974186E4}" type="pres">
      <dgm:prSet presAssocID="{771A8D6A-749C-4774-831C-27C1C10F993C}" presName="thinLine3" presStyleLbl="callout" presStyleIdx="0" presStyleCnt="5"/>
      <dgm:spPr/>
    </dgm:pt>
    <dgm:pt modelId="{7C063E0A-FA85-41F3-93FF-563136818C98}" type="pres">
      <dgm:prSet presAssocID="{C3968144-9663-40BE-B1EE-071AFFC3475A}" presName="horz3" presStyleCnt="0"/>
      <dgm:spPr/>
    </dgm:pt>
    <dgm:pt modelId="{0DA59A6A-F23C-4EBA-A5A1-52CC8C030D5E}" type="pres">
      <dgm:prSet presAssocID="{C3968144-9663-40BE-B1EE-071AFFC3475A}" presName="horzSpace3" presStyleCnt="0"/>
      <dgm:spPr/>
    </dgm:pt>
    <dgm:pt modelId="{491CAA17-E116-49C8-9C50-1A88FE42C87A}" type="pres">
      <dgm:prSet presAssocID="{C3968144-9663-40BE-B1EE-071AFFC3475A}" presName="tx3" presStyleLbl="revTx" presStyleIdx="6" presStyleCnt="20"/>
      <dgm:spPr/>
    </dgm:pt>
    <dgm:pt modelId="{2BEB585B-CC5D-4DDE-A2C1-340D77125F57}" type="pres">
      <dgm:prSet presAssocID="{C3968144-9663-40BE-B1EE-071AFFC3475A}" presName="vert3" presStyleCnt="0"/>
      <dgm:spPr/>
    </dgm:pt>
    <dgm:pt modelId="{65A452BD-472C-4932-8738-3E0F419B6801}" type="pres">
      <dgm:prSet presAssocID="{7FD151FB-C285-416A-B8A2-7D699DFFC989}" presName="horz4" presStyleCnt="0"/>
      <dgm:spPr/>
    </dgm:pt>
    <dgm:pt modelId="{B7FED2E5-B449-4158-8AAB-855C8B0C3CE2}" type="pres">
      <dgm:prSet presAssocID="{7FD151FB-C285-416A-B8A2-7D699DFFC989}" presName="horzSpace4" presStyleCnt="0"/>
      <dgm:spPr/>
    </dgm:pt>
    <dgm:pt modelId="{1F271AE7-E2DE-45CD-AAFF-E66F6517B54C}" type="pres">
      <dgm:prSet presAssocID="{7FD151FB-C285-416A-B8A2-7D699DFFC989}" presName="tx4" presStyleLbl="revTx" presStyleIdx="7" presStyleCnt="20" custLinFactNeighborX="1">
        <dgm:presLayoutVars>
          <dgm:bulletEnabled val="1"/>
        </dgm:presLayoutVars>
      </dgm:prSet>
      <dgm:spPr/>
    </dgm:pt>
    <dgm:pt modelId="{3C62DF3C-6535-4F67-B9DE-DF983A6120B6}" type="pres">
      <dgm:prSet presAssocID="{E4F69F32-49E1-4D1F-B962-20DFB90FFEB9}" presName="thinLine2b" presStyleLbl="callout" presStyleIdx="1" presStyleCnt="5"/>
      <dgm:spPr/>
    </dgm:pt>
    <dgm:pt modelId="{B0DC3B58-3D58-4090-8E9D-EE50A58DAB30}" type="pres">
      <dgm:prSet presAssocID="{E4F69F32-49E1-4D1F-B962-20DFB90FFEB9}" presName="vertSpace2b" presStyleCnt="0"/>
      <dgm:spPr/>
    </dgm:pt>
    <dgm:pt modelId="{48864090-674C-4964-ABC6-64E2FE26E0A5}" type="pres">
      <dgm:prSet presAssocID="{0FA12EEE-E746-4EAB-9A0D-7BA7B9B0179D}" presName="horz2" presStyleCnt="0"/>
      <dgm:spPr/>
    </dgm:pt>
    <dgm:pt modelId="{0BBF8EFD-0BC1-4E6E-AE6F-F450178CCEE0}" type="pres">
      <dgm:prSet presAssocID="{0FA12EEE-E746-4EAB-9A0D-7BA7B9B0179D}" presName="horzSpace2" presStyleCnt="0"/>
      <dgm:spPr/>
    </dgm:pt>
    <dgm:pt modelId="{0A08AC0A-ADD5-49AE-94CE-5FA09E545B33}" type="pres">
      <dgm:prSet presAssocID="{0FA12EEE-E746-4EAB-9A0D-7BA7B9B0179D}" presName="tx2" presStyleLbl="revTx" presStyleIdx="8" presStyleCnt="20"/>
      <dgm:spPr/>
    </dgm:pt>
    <dgm:pt modelId="{CD7BB596-CF0D-4A64-A64E-D7EB74D856F4}" type="pres">
      <dgm:prSet presAssocID="{0FA12EEE-E746-4EAB-9A0D-7BA7B9B0179D}" presName="vert2" presStyleCnt="0"/>
      <dgm:spPr/>
    </dgm:pt>
    <dgm:pt modelId="{49DA3E9A-2599-4AA6-80AE-A01FF0F55644}" type="pres">
      <dgm:prSet presAssocID="{5539B106-AAFA-4575-BE84-185265FB07FA}" presName="horz3" presStyleCnt="0"/>
      <dgm:spPr/>
    </dgm:pt>
    <dgm:pt modelId="{9BF075EF-08A8-4CB7-B542-30FD0A1BE72C}" type="pres">
      <dgm:prSet presAssocID="{5539B106-AAFA-4575-BE84-185265FB07FA}" presName="horzSpace3" presStyleCnt="0"/>
      <dgm:spPr/>
    </dgm:pt>
    <dgm:pt modelId="{A41E65A1-A57F-4C6B-AC6B-3CC6708691D6}" type="pres">
      <dgm:prSet presAssocID="{5539B106-AAFA-4575-BE84-185265FB07FA}" presName="tx3" presStyleLbl="revTx" presStyleIdx="9" presStyleCnt="20"/>
      <dgm:spPr/>
    </dgm:pt>
    <dgm:pt modelId="{92AB8334-F767-461B-911C-390A1664CDFB}" type="pres">
      <dgm:prSet presAssocID="{5539B106-AAFA-4575-BE84-185265FB07FA}" presName="vert3" presStyleCnt="0"/>
      <dgm:spPr/>
    </dgm:pt>
    <dgm:pt modelId="{C1F6A7BE-685B-4055-8351-D151293FC575}" type="pres">
      <dgm:prSet presAssocID="{419264E7-80C1-4CC9-B30E-461CAA9566E1}" presName="horz4" presStyleCnt="0"/>
      <dgm:spPr/>
    </dgm:pt>
    <dgm:pt modelId="{CA1F5990-5300-482F-9A45-057804D032DC}" type="pres">
      <dgm:prSet presAssocID="{419264E7-80C1-4CC9-B30E-461CAA9566E1}" presName="horzSpace4" presStyleCnt="0"/>
      <dgm:spPr/>
    </dgm:pt>
    <dgm:pt modelId="{B7DA1086-7659-49AC-9CBE-C2AF4D6E61DD}" type="pres">
      <dgm:prSet presAssocID="{419264E7-80C1-4CC9-B30E-461CAA9566E1}" presName="tx4" presStyleLbl="revTx" presStyleIdx="10" presStyleCnt="20" custLinFactNeighborX="1">
        <dgm:presLayoutVars>
          <dgm:bulletEnabled val="1"/>
        </dgm:presLayoutVars>
      </dgm:prSet>
      <dgm:spPr/>
    </dgm:pt>
    <dgm:pt modelId="{CE91C1BB-5AC6-4F65-87AB-CAEEE6B1D23B}" type="pres">
      <dgm:prSet presAssocID="{92FED19A-42F5-4DDF-952C-87CAE48FFB7A}" presName="thinLine3" presStyleLbl="callout" presStyleIdx="2" presStyleCnt="5"/>
      <dgm:spPr/>
    </dgm:pt>
    <dgm:pt modelId="{B25DFB0E-F246-484B-AF45-AEAF121D860D}" type="pres">
      <dgm:prSet presAssocID="{7B8995B8-007D-47C4-AB5A-01E03A9E34D7}" presName="horz3" presStyleCnt="0"/>
      <dgm:spPr/>
    </dgm:pt>
    <dgm:pt modelId="{DFB7B662-B226-407C-B333-39FCFA6A7511}" type="pres">
      <dgm:prSet presAssocID="{7B8995B8-007D-47C4-AB5A-01E03A9E34D7}" presName="horzSpace3" presStyleCnt="0"/>
      <dgm:spPr/>
    </dgm:pt>
    <dgm:pt modelId="{F9D879B9-1436-40A7-A56E-9175119D3ED7}" type="pres">
      <dgm:prSet presAssocID="{7B8995B8-007D-47C4-AB5A-01E03A9E34D7}" presName="tx3" presStyleLbl="revTx" presStyleIdx="11" presStyleCnt="20"/>
      <dgm:spPr/>
    </dgm:pt>
    <dgm:pt modelId="{5A0A6F8B-7AE0-4661-8D05-79A73979BFAF}" type="pres">
      <dgm:prSet presAssocID="{7B8995B8-007D-47C4-AB5A-01E03A9E34D7}" presName="vert3" presStyleCnt="0"/>
      <dgm:spPr/>
    </dgm:pt>
    <dgm:pt modelId="{BC64EDA3-B54E-485B-8E8A-72E3ADE81A9B}" type="pres">
      <dgm:prSet presAssocID="{F01EC573-3707-4E8F-B648-97AA9440BD19}" presName="horz4" presStyleCnt="0"/>
      <dgm:spPr/>
    </dgm:pt>
    <dgm:pt modelId="{9DC6A8E8-8727-4C68-856A-75974CABF94C}" type="pres">
      <dgm:prSet presAssocID="{F01EC573-3707-4E8F-B648-97AA9440BD19}" presName="horzSpace4" presStyleCnt="0"/>
      <dgm:spPr/>
    </dgm:pt>
    <dgm:pt modelId="{71F54F2B-CCE1-45B4-854A-6F900FE5CCB0}" type="pres">
      <dgm:prSet presAssocID="{F01EC573-3707-4E8F-B648-97AA9440BD19}" presName="tx4" presStyleLbl="revTx" presStyleIdx="12" presStyleCnt="20" custLinFactNeighborX="1">
        <dgm:presLayoutVars>
          <dgm:bulletEnabled val="1"/>
        </dgm:presLayoutVars>
      </dgm:prSet>
      <dgm:spPr/>
    </dgm:pt>
    <dgm:pt modelId="{C2EE9045-1D34-4646-A16F-C09F2358D772}" type="pres">
      <dgm:prSet presAssocID="{A9849EA2-4B9E-44CB-BFEF-47FDD5E424D1}" presName="horz4" presStyleCnt="0"/>
      <dgm:spPr/>
    </dgm:pt>
    <dgm:pt modelId="{0F0C224C-E42F-4011-9337-321033FDAC29}" type="pres">
      <dgm:prSet presAssocID="{A9849EA2-4B9E-44CB-BFEF-47FDD5E424D1}" presName="horzSpace4" presStyleCnt="0"/>
      <dgm:spPr/>
    </dgm:pt>
    <dgm:pt modelId="{8E2FDAD7-51D9-419D-8153-87DF9AF227BD}" type="pres">
      <dgm:prSet presAssocID="{A9849EA2-4B9E-44CB-BFEF-47FDD5E424D1}" presName="tx4" presStyleLbl="revTx" presStyleIdx="13" presStyleCnt="20">
        <dgm:presLayoutVars>
          <dgm:bulletEnabled val="1"/>
        </dgm:presLayoutVars>
      </dgm:prSet>
      <dgm:spPr/>
    </dgm:pt>
    <dgm:pt modelId="{5E41F5ED-CBEE-49A4-B134-3E3F8A2E5809}" type="pres">
      <dgm:prSet presAssocID="{546A8A26-9BB9-4C6E-90D0-C5CF84808590}" presName="horz4" presStyleCnt="0"/>
      <dgm:spPr/>
    </dgm:pt>
    <dgm:pt modelId="{0159E7C1-A3D5-4567-9CEE-86EF7B102AA8}" type="pres">
      <dgm:prSet presAssocID="{546A8A26-9BB9-4C6E-90D0-C5CF84808590}" presName="horzSpace4" presStyleCnt="0"/>
      <dgm:spPr/>
    </dgm:pt>
    <dgm:pt modelId="{B99CE532-1C63-4234-B7C9-B49ECA114C0B}" type="pres">
      <dgm:prSet presAssocID="{546A8A26-9BB9-4C6E-90D0-C5CF84808590}" presName="tx4" presStyleLbl="revTx" presStyleIdx="14" presStyleCnt="20" custLinFactNeighborX="1">
        <dgm:presLayoutVars>
          <dgm:bulletEnabled val="1"/>
        </dgm:presLayoutVars>
      </dgm:prSet>
      <dgm:spPr/>
    </dgm:pt>
    <dgm:pt modelId="{3D0A03AC-5DBC-4A81-89B7-66F541B88A01}" type="pres">
      <dgm:prSet presAssocID="{9B85F065-86DF-4707-BC4A-8C89A2E76F49}" presName="thinLine3" presStyleLbl="callout" presStyleIdx="3" presStyleCnt="5"/>
      <dgm:spPr/>
    </dgm:pt>
    <dgm:pt modelId="{D7E7AE64-77AF-4AF9-8FC4-A6DB27E8526E}" type="pres">
      <dgm:prSet presAssocID="{D5F67CB3-3FE0-473D-9329-7AE1B92E7D42}" presName="horz3" presStyleCnt="0"/>
      <dgm:spPr/>
    </dgm:pt>
    <dgm:pt modelId="{63430087-9383-4A60-BE94-52BFF1F8A4C6}" type="pres">
      <dgm:prSet presAssocID="{D5F67CB3-3FE0-473D-9329-7AE1B92E7D42}" presName="horzSpace3" presStyleCnt="0"/>
      <dgm:spPr/>
    </dgm:pt>
    <dgm:pt modelId="{BB938E1A-96FF-4261-9B17-A6DF194A82C4}" type="pres">
      <dgm:prSet presAssocID="{D5F67CB3-3FE0-473D-9329-7AE1B92E7D42}" presName="tx3" presStyleLbl="revTx" presStyleIdx="15" presStyleCnt="20"/>
      <dgm:spPr/>
    </dgm:pt>
    <dgm:pt modelId="{455978BD-EC37-4B99-937B-2B97FA331CA4}" type="pres">
      <dgm:prSet presAssocID="{D5F67CB3-3FE0-473D-9329-7AE1B92E7D42}" presName="vert3" presStyleCnt="0"/>
      <dgm:spPr/>
    </dgm:pt>
    <dgm:pt modelId="{B6AA39A9-B591-47AD-8F26-34E28E6F49A5}" type="pres">
      <dgm:prSet presAssocID="{CF697F0E-3F64-43A9-A190-9C9C43527078}" presName="horz4" presStyleCnt="0"/>
      <dgm:spPr/>
    </dgm:pt>
    <dgm:pt modelId="{EE0A296F-D5A6-4AFB-888D-50524574D33A}" type="pres">
      <dgm:prSet presAssocID="{CF697F0E-3F64-43A9-A190-9C9C43527078}" presName="horzSpace4" presStyleCnt="0"/>
      <dgm:spPr/>
    </dgm:pt>
    <dgm:pt modelId="{B3D118A1-4AEA-4F18-8445-2FAC9CA02FC2}" type="pres">
      <dgm:prSet presAssocID="{CF697F0E-3F64-43A9-A190-9C9C43527078}" presName="tx4" presStyleLbl="revTx" presStyleIdx="16" presStyleCnt="20" custLinFactNeighborX="1">
        <dgm:presLayoutVars>
          <dgm:bulletEnabled val="1"/>
        </dgm:presLayoutVars>
      </dgm:prSet>
      <dgm:spPr/>
    </dgm:pt>
    <dgm:pt modelId="{B6774B25-612D-49E7-9BA4-FE46955AABA3}" type="pres">
      <dgm:prSet presAssocID="{810348AD-29ED-4477-A0F3-0161FBF9FE54}" presName="horz4" presStyleCnt="0"/>
      <dgm:spPr/>
    </dgm:pt>
    <dgm:pt modelId="{88CBCFDC-46C2-48A2-B0E8-0E09AC434F46}" type="pres">
      <dgm:prSet presAssocID="{810348AD-29ED-4477-A0F3-0161FBF9FE54}" presName="horzSpace4" presStyleCnt="0"/>
      <dgm:spPr/>
    </dgm:pt>
    <dgm:pt modelId="{1B1D0F87-17E7-43FE-BA0E-10DC1B4791F6}" type="pres">
      <dgm:prSet presAssocID="{810348AD-29ED-4477-A0F3-0161FBF9FE54}" presName="tx4" presStyleLbl="revTx" presStyleIdx="17" presStyleCnt="20" custLinFactNeighborX="1">
        <dgm:presLayoutVars>
          <dgm:bulletEnabled val="1"/>
        </dgm:presLayoutVars>
      </dgm:prSet>
      <dgm:spPr/>
    </dgm:pt>
    <dgm:pt modelId="{1BFB5CC3-9D2A-413A-A273-121D4BC7B66E}" type="pres">
      <dgm:prSet presAssocID="{6F44AC18-240A-43A0-BB08-6BED87143E7A}" presName="horz4" presStyleCnt="0"/>
      <dgm:spPr/>
    </dgm:pt>
    <dgm:pt modelId="{0ACAFBB3-FD5A-4F92-B572-55E59AF65B1E}" type="pres">
      <dgm:prSet presAssocID="{6F44AC18-240A-43A0-BB08-6BED87143E7A}" presName="horzSpace4" presStyleCnt="0"/>
      <dgm:spPr/>
    </dgm:pt>
    <dgm:pt modelId="{AB488626-DF3C-4AA4-882F-51E222C5BBE3}" type="pres">
      <dgm:prSet presAssocID="{6F44AC18-240A-43A0-BB08-6BED87143E7A}" presName="tx4" presStyleLbl="revTx" presStyleIdx="18" presStyleCnt="20">
        <dgm:presLayoutVars>
          <dgm:bulletEnabled val="1"/>
        </dgm:presLayoutVars>
      </dgm:prSet>
      <dgm:spPr/>
    </dgm:pt>
    <dgm:pt modelId="{2FCAD0AF-59B9-4779-8E4C-C8D2DA44F295}" type="pres">
      <dgm:prSet presAssocID="{53066BF4-D54B-4F4A-B725-30671E9D8F73}" presName="horz4" presStyleCnt="0"/>
      <dgm:spPr/>
    </dgm:pt>
    <dgm:pt modelId="{317782B7-05E8-4997-B670-89DC694D8036}" type="pres">
      <dgm:prSet presAssocID="{53066BF4-D54B-4F4A-B725-30671E9D8F73}" presName="horzSpace4" presStyleCnt="0"/>
      <dgm:spPr/>
    </dgm:pt>
    <dgm:pt modelId="{76575935-4424-42DF-9332-2987F0F86736}" type="pres">
      <dgm:prSet presAssocID="{53066BF4-D54B-4F4A-B725-30671E9D8F73}" presName="tx4" presStyleLbl="revTx" presStyleIdx="19" presStyleCnt="20">
        <dgm:presLayoutVars>
          <dgm:bulletEnabled val="1"/>
        </dgm:presLayoutVars>
      </dgm:prSet>
      <dgm:spPr/>
    </dgm:pt>
    <dgm:pt modelId="{B32D395E-F01E-44AB-8809-40DB50387406}" type="pres">
      <dgm:prSet presAssocID="{0FA12EEE-E746-4EAB-9A0D-7BA7B9B0179D}" presName="thinLine2b" presStyleLbl="callout" presStyleIdx="4" presStyleCnt="5"/>
      <dgm:spPr/>
    </dgm:pt>
    <dgm:pt modelId="{DE7E00F0-6BD9-42E1-BC71-97540061800E}" type="pres">
      <dgm:prSet presAssocID="{0FA12EEE-E746-4EAB-9A0D-7BA7B9B0179D}" presName="vertSpace2b" presStyleCnt="0"/>
      <dgm:spPr/>
    </dgm:pt>
  </dgm:ptLst>
  <dgm:cxnLst>
    <dgm:cxn modelId="{E7C56504-1F8F-4747-9247-1D039DCDED87}" srcId="{C3968144-9663-40BE-B1EE-071AFFC3475A}" destId="{7FD151FB-C285-416A-B8A2-7D699DFFC989}" srcOrd="0" destOrd="0" parTransId="{B62CA66C-3DDC-4F38-B5E7-B1CC6C375E9C}" sibTransId="{A7503D34-71C4-4B68-A86E-743805F36885}"/>
    <dgm:cxn modelId="{1D88A405-3768-4C25-B379-5F84A1738940}" type="presOf" srcId="{6FE62CB6-8792-4182-B8D2-921C71450450}" destId="{E052CCE9-9A6E-4CE9-9948-81974A16FD97}" srcOrd="0" destOrd="0" presId="urn:microsoft.com/office/officeart/2008/layout/LinedList"/>
    <dgm:cxn modelId="{6CD77707-ABE5-4372-939A-CD95D26C9E33}" type="presOf" srcId="{7FD151FB-C285-416A-B8A2-7D699DFFC989}" destId="{1F271AE7-E2DE-45CD-AAFF-E66F6517B54C}" srcOrd="0" destOrd="0" presId="urn:microsoft.com/office/officeart/2008/layout/LinedList"/>
    <dgm:cxn modelId="{1FC9E70C-DAF0-4C05-A4D6-260F8ADB34E5}" srcId="{889D8D52-D355-42E8-AD92-F2ED7275549A}" destId="{5DF5FC66-CE18-401C-BCED-54BD3CFFB773}" srcOrd="1" destOrd="0" parTransId="{C7F5899D-15C8-453B-9A4E-FCABA33B2ABA}" sibTransId="{69AD991A-CA24-4D66-9A40-A584FB08C883}"/>
    <dgm:cxn modelId="{F44C0519-462D-429F-88AB-C0976A27CE27}" type="presOf" srcId="{F01EC573-3707-4E8F-B648-97AA9440BD19}" destId="{71F54F2B-CCE1-45B4-854A-6F900FE5CCB0}" srcOrd="0" destOrd="0" presId="urn:microsoft.com/office/officeart/2008/layout/LinedList"/>
    <dgm:cxn modelId="{2E82C71D-640E-4431-BA8C-9307989FE914}" type="presOf" srcId="{C3968144-9663-40BE-B1EE-071AFFC3475A}" destId="{491CAA17-E116-49C8-9C50-1A88FE42C87A}" srcOrd="0" destOrd="0" presId="urn:microsoft.com/office/officeart/2008/layout/LinedList"/>
    <dgm:cxn modelId="{AA52DB28-A7C0-4CA2-B133-31A18B36624A}" srcId="{6FE62CB6-8792-4182-B8D2-921C71450450}" destId="{0FA12EEE-E746-4EAB-9A0D-7BA7B9B0179D}" srcOrd="1" destOrd="0" parTransId="{178EDC07-0A3F-4AEA-BF1E-66A2A943D8D5}" sibTransId="{6B79ECE4-8201-4A8C-B1DB-260B0B3B3B4C}"/>
    <dgm:cxn modelId="{7815D630-56B7-4055-A03A-7285BE43E50E}" srcId="{0FA12EEE-E746-4EAB-9A0D-7BA7B9B0179D}" destId="{5539B106-AAFA-4575-BE84-185265FB07FA}" srcOrd="0" destOrd="0" parTransId="{32497824-BA79-4629-906F-22F3B98252D5}" sibTransId="{92FED19A-42F5-4DDF-952C-87CAE48FFB7A}"/>
    <dgm:cxn modelId="{40AD8231-8E58-4455-9590-1720F8E67876}" type="presOf" srcId="{53066BF4-D54B-4F4A-B725-30671E9D8F73}" destId="{76575935-4424-42DF-9332-2987F0F86736}" srcOrd="0" destOrd="0" presId="urn:microsoft.com/office/officeart/2008/layout/LinedList"/>
    <dgm:cxn modelId="{C1DC8D5D-0AFB-48C6-A275-80DC7CFB2C50}" type="presOf" srcId="{6F44AC18-240A-43A0-BB08-6BED87143E7A}" destId="{AB488626-DF3C-4AA4-882F-51E222C5BBE3}" srcOrd="0" destOrd="0" presId="urn:microsoft.com/office/officeart/2008/layout/LinedList"/>
    <dgm:cxn modelId="{D2BAB748-8FE5-4F8F-AC36-1A48B127093F}" type="presOf" srcId="{E4F69F32-49E1-4D1F-B962-20DFB90FFEB9}" destId="{1CE795B5-CD0B-4050-9D2A-F3174840DC6C}" srcOrd="0" destOrd="0" presId="urn:microsoft.com/office/officeart/2008/layout/LinedList"/>
    <dgm:cxn modelId="{F1170A69-9ECB-4255-BA49-90828C02E109}" type="presOf" srcId="{810348AD-29ED-4477-A0F3-0161FBF9FE54}" destId="{1B1D0F87-17E7-43FE-BA0E-10DC1B4791F6}" srcOrd="0" destOrd="0" presId="urn:microsoft.com/office/officeart/2008/layout/LinedList"/>
    <dgm:cxn modelId="{A7C20B6B-1A24-4BD6-89FE-FDFC28980622}" type="presOf" srcId="{85153E90-7500-40B4-A699-F899632394F5}" destId="{7EB5032F-32B1-491D-8503-068E70228FA6}" srcOrd="0" destOrd="0" presId="urn:microsoft.com/office/officeart/2008/layout/LinedList"/>
    <dgm:cxn modelId="{39EA6F6C-3DB6-4769-81A3-64EF6143A805}" srcId="{7B8995B8-007D-47C4-AB5A-01E03A9E34D7}" destId="{F01EC573-3707-4E8F-B648-97AA9440BD19}" srcOrd="0" destOrd="0" parTransId="{AB8260DF-2B28-4CC6-9643-E629ABB950F5}" sibTransId="{34C0584A-00FA-4969-B971-441B932D63A7}"/>
    <dgm:cxn modelId="{EA03EC74-8B58-4B47-B55A-53A57392B868}" srcId="{D5F67CB3-3FE0-473D-9329-7AE1B92E7D42}" destId="{6F44AC18-240A-43A0-BB08-6BED87143E7A}" srcOrd="2" destOrd="0" parTransId="{2686816D-31C9-4860-ABDE-5F09BAAE48F8}" sibTransId="{EC1E050A-5BDE-4C9C-AB69-BE1F1C1389C1}"/>
    <dgm:cxn modelId="{57FFB356-8476-499B-B95A-216D3BA47B89}" srcId="{889D8D52-D355-42E8-AD92-F2ED7275549A}" destId="{85153E90-7500-40B4-A699-F899632394F5}" srcOrd="0" destOrd="0" parTransId="{63D231DD-1EBD-477D-8452-219B0CC3202F}" sibTransId="{0554F4F2-10B0-4FC7-9541-1F6964CB77CE}"/>
    <dgm:cxn modelId="{A3EAAA7C-DE16-46AC-80A8-9CF42FDCF340}" type="presOf" srcId="{CF697F0E-3F64-43A9-A190-9C9C43527078}" destId="{B3D118A1-4AEA-4F18-8445-2FAC9CA02FC2}" srcOrd="0" destOrd="0" presId="urn:microsoft.com/office/officeart/2008/layout/LinedList"/>
    <dgm:cxn modelId="{F9501E7D-F9FA-4404-962D-BC5353BD7860}" type="presOf" srcId="{5539B106-AAFA-4575-BE84-185265FB07FA}" destId="{A41E65A1-A57F-4C6B-AC6B-3CC6708691D6}" srcOrd="0" destOrd="0" presId="urn:microsoft.com/office/officeart/2008/layout/LinedList"/>
    <dgm:cxn modelId="{A48A397D-048C-4CFB-929F-E3CB08E8ED41}" srcId="{C0E3173E-152E-41A2-AB06-C637796EF3E4}" destId="{6FE62CB6-8792-4182-B8D2-921C71450450}" srcOrd="0" destOrd="0" parTransId="{CDC357EB-DD76-49A2-8F01-C7DEC0D2ED11}" sibTransId="{7FC85CF0-F58C-42CB-8C5B-D66982BF12A9}"/>
    <dgm:cxn modelId="{A36DC785-A050-40C1-B40C-3BCDA55C53F8}" srcId="{E4F69F32-49E1-4D1F-B962-20DFB90FFEB9}" destId="{C3968144-9663-40BE-B1EE-071AFFC3475A}" srcOrd="1" destOrd="0" parTransId="{2A90B9C5-BF79-4D78-88F6-A7060C02191E}" sibTransId="{1D86F2AA-FBAC-4E77-BD75-3E1A21AC26BD}"/>
    <dgm:cxn modelId="{B9C48787-78AA-45EE-926C-6EF3DE6C7844}" type="presOf" srcId="{0FA12EEE-E746-4EAB-9A0D-7BA7B9B0179D}" destId="{0A08AC0A-ADD5-49AE-94CE-5FA09E545B33}" srcOrd="0" destOrd="0" presId="urn:microsoft.com/office/officeart/2008/layout/LinedList"/>
    <dgm:cxn modelId="{BDBC4D8D-8B66-4C40-8047-FBA57AF904DD}" srcId="{7B8995B8-007D-47C4-AB5A-01E03A9E34D7}" destId="{A9849EA2-4B9E-44CB-BFEF-47FDD5E424D1}" srcOrd="1" destOrd="0" parTransId="{1D196589-2918-41D2-82C6-B1C070A4CA5D}" sibTransId="{EEF9C734-6907-4E39-AC7C-4D9CCF13F3CC}"/>
    <dgm:cxn modelId="{3A67548F-0BC6-410C-BDBE-9E19487CC8E5}" type="presOf" srcId="{5DF5FC66-CE18-401C-BCED-54BD3CFFB773}" destId="{9BDBBDB1-1B41-4EA1-B4BE-7A0A871BAAE7}" srcOrd="0" destOrd="0" presId="urn:microsoft.com/office/officeart/2008/layout/LinedList"/>
    <dgm:cxn modelId="{367815A0-244C-4D95-AB30-E48795A4421B}" srcId="{E4F69F32-49E1-4D1F-B962-20DFB90FFEB9}" destId="{889D8D52-D355-42E8-AD92-F2ED7275549A}" srcOrd="0" destOrd="0" parTransId="{463B5B2D-3B42-4611-8AE2-54FC3094C4DA}" sibTransId="{771A8D6A-749C-4774-831C-27C1C10F993C}"/>
    <dgm:cxn modelId="{D8C86FA0-6198-4C12-84C3-749CDA469E6D}" srcId="{0FA12EEE-E746-4EAB-9A0D-7BA7B9B0179D}" destId="{D5F67CB3-3FE0-473D-9329-7AE1B92E7D42}" srcOrd="2" destOrd="0" parTransId="{5023B9D5-9D7E-49A8-810A-9AC08EFB6B19}" sibTransId="{D5E87289-6B86-4662-BC2C-210769E63A3F}"/>
    <dgm:cxn modelId="{BD4CA2A0-BB13-42B9-A709-F2A4EC08B43E}" srcId="{5539B106-AAFA-4575-BE84-185265FB07FA}" destId="{419264E7-80C1-4CC9-B30E-461CAA9566E1}" srcOrd="0" destOrd="0" parTransId="{09CA5EFC-3B31-4AB0-AC5E-BC7C83840199}" sibTransId="{A0E5C8F5-0762-417E-A1F4-DCC6859B636A}"/>
    <dgm:cxn modelId="{EEFB7FA1-61EA-4616-B3A8-EADDEA56A230}" type="presOf" srcId="{A9849EA2-4B9E-44CB-BFEF-47FDD5E424D1}" destId="{8E2FDAD7-51D9-419D-8153-87DF9AF227BD}" srcOrd="0" destOrd="0" presId="urn:microsoft.com/office/officeart/2008/layout/LinedList"/>
    <dgm:cxn modelId="{174BA1AF-A802-4376-AE3B-7DC44553951A}" type="presOf" srcId="{7B8995B8-007D-47C4-AB5A-01E03A9E34D7}" destId="{F9D879B9-1436-40A7-A56E-9175119D3ED7}" srcOrd="0" destOrd="0" presId="urn:microsoft.com/office/officeart/2008/layout/LinedList"/>
    <dgm:cxn modelId="{224864B5-AE48-4A40-B455-7D3D5BDD5B9F}" type="presOf" srcId="{889D8D52-D355-42E8-AD92-F2ED7275549A}" destId="{59786C3A-5EC6-4664-87D4-BA7206C30108}" srcOrd="0" destOrd="0" presId="urn:microsoft.com/office/officeart/2008/layout/LinedList"/>
    <dgm:cxn modelId="{AD1342BE-E7A5-4BFA-8F93-E416EB1EADCC}" type="presOf" srcId="{419264E7-80C1-4CC9-B30E-461CAA9566E1}" destId="{B7DA1086-7659-49AC-9CBE-C2AF4D6E61DD}" srcOrd="0" destOrd="0" presId="urn:microsoft.com/office/officeart/2008/layout/LinedList"/>
    <dgm:cxn modelId="{20377CC1-C7C0-4B07-B4D8-89CBAC56B5BB}" srcId="{D5F67CB3-3FE0-473D-9329-7AE1B92E7D42}" destId="{810348AD-29ED-4477-A0F3-0161FBF9FE54}" srcOrd="1" destOrd="0" parTransId="{333C5DDD-4DF3-4C7D-9E66-30861F6AA375}" sibTransId="{846A6662-E14F-4765-B060-420FA1D23661}"/>
    <dgm:cxn modelId="{8636B4D4-3AD8-4656-A519-EAF5A9E9A135}" srcId="{0FA12EEE-E746-4EAB-9A0D-7BA7B9B0179D}" destId="{7B8995B8-007D-47C4-AB5A-01E03A9E34D7}" srcOrd="1" destOrd="0" parTransId="{7CF47FFC-EBAB-456C-B956-0053FB48CAAF}" sibTransId="{9B85F065-86DF-4707-BC4A-8C89A2E76F49}"/>
    <dgm:cxn modelId="{4F6B5FDB-3E5C-47A8-AB24-8439235F9354}" srcId="{D5F67CB3-3FE0-473D-9329-7AE1B92E7D42}" destId="{CF697F0E-3F64-43A9-A190-9C9C43527078}" srcOrd="0" destOrd="0" parTransId="{2695CA5C-B584-4D2E-8CB7-16B49F4B8D83}" sibTransId="{E6ACDFD7-347D-4D4F-B44F-E2D00089831B}"/>
    <dgm:cxn modelId="{8C2251DB-27E3-4071-AEB2-9C9CE6F6A64D}" srcId="{889D8D52-D355-42E8-AD92-F2ED7275549A}" destId="{FA5E6E94-5C9D-4946-99CD-1EF188D08AAD}" srcOrd="2" destOrd="0" parTransId="{BD636BE0-11E9-4594-8276-B064638E9CA6}" sibTransId="{3EC5EB38-02AB-4BED-A519-F06E27CCFFFE}"/>
    <dgm:cxn modelId="{43F4B3DB-AC41-48A3-B755-6260AC6BDA43}" srcId="{6FE62CB6-8792-4182-B8D2-921C71450450}" destId="{E4F69F32-49E1-4D1F-B962-20DFB90FFEB9}" srcOrd="0" destOrd="0" parTransId="{5F78E27A-D399-4CF7-A643-092E792E3751}" sibTransId="{E53CF5BB-20AB-4B3B-A54F-58E8990C0B8E}"/>
    <dgm:cxn modelId="{B78FE5E8-4358-4455-944A-944324C83B3F}" type="presOf" srcId="{C0E3173E-152E-41A2-AB06-C637796EF3E4}" destId="{2F1B83B8-C7FC-4041-A79B-C813430A1AF3}" srcOrd="0" destOrd="0" presId="urn:microsoft.com/office/officeart/2008/layout/LinedList"/>
    <dgm:cxn modelId="{69D589F1-34CF-4A80-BE75-CA5366C5EBFD}" type="presOf" srcId="{546A8A26-9BB9-4C6E-90D0-C5CF84808590}" destId="{B99CE532-1C63-4234-B7C9-B49ECA114C0B}" srcOrd="0" destOrd="0" presId="urn:microsoft.com/office/officeart/2008/layout/LinedList"/>
    <dgm:cxn modelId="{8DB110F2-6808-4A65-BE98-1A25C2DFE50F}" type="presOf" srcId="{FA5E6E94-5C9D-4946-99CD-1EF188D08AAD}" destId="{1FD382B5-FF0C-426B-9F63-DD2EC4EF56AC}" srcOrd="0" destOrd="0" presId="urn:microsoft.com/office/officeart/2008/layout/LinedList"/>
    <dgm:cxn modelId="{958567FC-E893-4BBB-9102-97A8E3B4D591}" srcId="{D5F67CB3-3FE0-473D-9329-7AE1B92E7D42}" destId="{53066BF4-D54B-4F4A-B725-30671E9D8F73}" srcOrd="3" destOrd="0" parTransId="{FE5EFB3F-1B28-4E28-89FE-7CFAB611A4AF}" sibTransId="{93D4671C-C45D-49DA-99D3-89F0190D7529}"/>
    <dgm:cxn modelId="{FD25D8FC-703B-4A46-917A-39D6A9E7FCB0}" type="presOf" srcId="{D5F67CB3-3FE0-473D-9329-7AE1B92E7D42}" destId="{BB938E1A-96FF-4261-9B17-A6DF194A82C4}" srcOrd="0" destOrd="0" presId="urn:microsoft.com/office/officeart/2008/layout/LinedList"/>
    <dgm:cxn modelId="{180094FF-44D2-493A-A141-A78743DB7CA1}" srcId="{7B8995B8-007D-47C4-AB5A-01E03A9E34D7}" destId="{546A8A26-9BB9-4C6E-90D0-C5CF84808590}" srcOrd="2" destOrd="0" parTransId="{B80B01EF-08F2-40C0-B84E-AE168CA7433F}" sibTransId="{B1A4528D-DBF3-4868-A00F-02AA71B3E69E}"/>
    <dgm:cxn modelId="{EACC6705-05AC-47E6-8440-71804F6F62F2}" type="presParOf" srcId="{2F1B83B8-C7FC-4041-A79B-C813430A1AF3}" destId="{4753D005-CFA2-4987-A85C-4ADB8638755D}" srcOrd="0" destOrd="0" presId="urn:microsoft.com/office/officeart/2008/layout/LinedList"/>
    <dgm:cxn modelId="{1BC96BFC-7487-4DFA-86A9-8641511AEC50}" type="presParOf" srcId="{2F1B83B8-C7FC-4041-A79B-C813430A1AF3}" destId="{055F8436-CFF5-4DE9-ADE4-C206B3C05A25}" srcOrd="1" destOrd="0" presId="urn:microsoft.com/office/officeart/2008/layout/LinedList"/>
    <dgm:cxn modelId="{78CF5D46-636B-4A62-AB09-9A6FE6E7C1B4}" type="presParOf" srcId="{055F8436-CFF5-4DE9-ADE4-C206B3C05A25}" destId="{E052CCE9-9A6E-4CE9-9948-81974A16FD97}" srcOrd="0" destOrd="0" presId="urn:microsoft.com/office/officeart/2008/layout/LinedList"/>
    <dgm:cxn modelId="{F8B1545A-65B1-472C-BB41-B800A113343D}" type="presParOf" srcId="{055F8436-CFF5-4DE9-ADE4-C206B3C05A25}" destId="{D3F1A9F6-92BE-462B-956C-88DE6BF5BEA6}" srcOrd="1" destOrd="0" presId="urn:microsoft.com/office/officeart/2008/layout/LinedList"/>
    <dgm:cxn modelId="{9C6A3531-86E9-4BCB-B02B-BBEB955E8EDD}" type="presParOf" srcId="{D3F1A9F6-92BE-462B-956C-88DE6BF5BEA6}" destId="{01ADFC14-D7C8-4B0F-BCFC-85FDF12F7F86}" srcOrd="0" destOrd="0" presId="urn:microsoft.com/office/officeart/2008/layout/LinedList"/>
    <dgm:cxn modelId="{B7EE047E-0447-4CA2-91A8-7D465E3026E6}" type="presParOf" srcId="{D3F1A9F6-92BE-462B-956C-88DE6BF5BEA6}" destId="{C7CBE5AF-4E9E-4E03-944B-664495835D31}" srcOrd="1" destOrd="0" presId="urn:microsoft.com/office/officeart/2008/layout/LinedList"/>
    <dgm:cxn modelId="{F2DC3BC5-922E-469E-B3F1-B78E022F56E0}" type="presParOf" srcId="{C7CBE5AF-4E9E-4E03-944B-664495835D31}" destId="{BD66435A-E3A5-4C56-BED6-25F8988B69C6}" srcOrd="0" destOrd="0" presId="urn:microsoft.com/office/officeart/2008/layout/LinedList"/>
    <dgm:cxn modelId="{37CC9BFC-11D2-498A-8727-11BF2EA5F21A}" type="presParOf" srcId="{C7CBE5AF-4E9E-4E03-944B-664495835D31}" destId="{1CE795B5-CD0B-4050-9D2A-F3174840DC6C}" srcOrd="1" destOrd="0" presId="urn:microsoft.com/office/officeart/2008/layout/LinedList"/>
    <dgm:cxn modelId="{DAA01FA5-5C7D-4602-9389-41C2AA0C6030}" type="presParOf" srcId="{C7CBE5AF-4E9E-4E03-944B-664495835D31}" destId="{6349DA2E-B970-4727-ACD2-344DA4B9EA6E}" srcOrd="2" destOrd="0" presId="urn:microsoft.com/office/officeart/2008/layout/LinedList"/>
    <dgm:cxn modelId="{11F77F0E-3140-46FD-9ED5-35223512BB13}" type="presParOf" srcId="{6349DA2E-B970-4727-ACD2-344DA4B9EA6E}" destId="{4ACC44BA-6C14-4B71-BDBE-DFF9B07286FB}" srcOrd="0" destOrd="0" presId="urn:microsoft.com/office/officeart/2008/layout/LinedList"/>
    <dgm:cxn modelId="{443A8EDC-8B34-452F-B423-78ED340CA6E7}" type="presParOf" srcId="{4ACC44BA-6C14-4B71-BDBE-DFF9B07286FB}" destId="{49EE36F0-17B9-44C9-A975-F1ECC88CAFE6}" srcOrd="0" destOrd="0" presId="urn:microsoft.com/office/officeart/2008/layout/LinedList"/>
    <dgm:cxn modelId="{B79183BE-5EF3-46E7-B00C-02C9EE4E8DE9}" type="presParOf" srcId="{4ACC44BA-6C14-4B71-BDBE-DFF9B07286FB}" destId="{59786C3A-5EC6-4664-87D4-BA7206C30108}" srcOrd="1" destOrd="0" presId="urn:microsoft.com/office/officeart/2008/layout/LinedList"/>
    <dgm:cxn modelId="{6F151F05-424A-4A99-923F-63FC6BFA6AE6}" type="presParOf" srcId="{4ACC44BA-6C14-4B71-BDBE-DFF9B07286FB}" destId="{E3720A81-7DFD-47B9-864B-17D74DA98356}" srcOrd="2" destOrd="0" presId="urn:microsoft.com/office/officeart/2008/layout/LinedList"/>
    <dgm:cxn modelId="{190C5B8F-EC14-4C4B-8969-53FA39C777DC}" type="presParOf" srcId="{E3720A81-7DFD-47B9-864B-17D74DA98356}" destId="{8C7372B3-8129-4687-84AB-6776C310BCC7}" srcOrd="0" destOrd="0" presId="urn:microsoft.com/office/officeart/2008/layout/LinedList"/>
    <dgm:cxn modelId="{A2A0BE61-6BF2-4791-A515-A837983EC894}" type="presParOf" srcId="{8C7372B3-8129-4687-84AB-6776C310BCC7}" destId="{5F7A91E1-BDA2-4DD3-B30D-992A4A1594F9}" srcOrd="0" destOrd="0" presId="urn:microsoft.com/office/officeart/2008/layout/LinedList"/>
    <dgm:cxn modelId="{312563E1-0837-4831-A651-C1E54E5F2706}" type="presParOf" srcId="{8C7372B3-8129-4687-84AB-6776C310BCC7}" destId="{7EB5032F-32B1-491D-8503-068E70228FA6}" srcOrd="1" destOrd="0" presId="urn:microsoft.com/office/officeart/2008/layout/LinedList"/>
    <dgm:cxn modelId="{2001131E-513D-46E3-89D3-02B40B8FDCF4}" type="presParOf" srcId="{E3720A81-7DFD-47B9-864B-17D74DA98356}" destId="{F804738E-F7F5-452F-9777-94C57F270DAA}" srcOrd="1" destOrd="0" presId="urn:microsoft.com/office/officeart/2008/layout/LinedList"/>
    <dgm:cxn modelId="{14AF2FB4-51CA-4DD3-AE5D-CDA554A6BB81}" type="presParOf" srcId="{F804738E-F7F5-452F-9777-94C57F270DAA}" destId="{BAB2BF6F-F35A-4CBD-901D-22A21BB1BA86}" srcOrd="0" destOrd="0" presId="urn:microsoft.com/office/officeart/2008/layout/LinedList"/>
    <dgm:cxn modelId="{D2B0E0CF-C1B7-42C9-AB2F-412C4DB32FBC}" type="presParOf" srcId="{F804738E-F7F5-452F-9777-94C57F270DAA}" destId="{9BDBBDB1-1B41-4EA1-B4BE-7A0A871BAAE7}" srcOrd="1" destOrd="0" presId="urn:microsoft.com/office/officeart/2008/layout/LinedList"/>
    <dgm:cxn modelId="{5A38B5BD-E8C4-4A6D-8E8A-71A2181E2183}" type="presParOf" srcId="{E3720A81-7DFD-47B9-864B-17D74DA98356}" destId="{552D0B1C-BC67-4F21-9017-C9E621B83D5A}" srcOrd="2" destOrd="0" presId="urn:microsoft.com/office/officeart/2008/layout/LinedList"/>
    <dgm:cxn modelId="{FD4B98A4-7122-4960-A671-C06152630991}" type="presParOf" srcId="{552D0B1C-BC67-4F21-9017-C9E621B83D5A}" destId="{C3C41715-4221-4C7F-B8E1-4BB353DDCDA9}" srcOrd="0" destOrd="0" presId="urn:microsoft.com/office/officeart/2008/layout/LinedList"/>
    <dgm:cxn modelId="{A560E04F-657F-44C6-8201-3034E8F5318B}" type="presParOf" srcId="{552D0B1C-BC67-4F21-9017-C9E621B83D5A}" destId="{1FD382B5-FF0C-426B-9F63-DD2EC4EF56AC}" srcOrd="1" destOrd="0" presId="urn:microsoft.com/office/officeart/2008/layout/LinedList"/>
    <dgm:cxn modelId="{821774E7-ADD7-4671-9B5C-4258F79D8B57}" type="presParOf" srcId="{6349DA2E-B970-4727-ACD2-344DA4B9EA6E}" destId="{5202FC63-BE3B-4164-84F3-403A974186E4}" srcOrd="1" destOrd="0" presId="urn:microsoft.com/office/officeart/2008/layout/LinedList"/>
    <dgm:cxn modelId="{7CCFDDB7-5AE5-48E5-A5BB-37F03B6C7D76}" type="presParOf" srcId="{6349DA2E-B970-4727-ACD2-344DA4B9EA6E}" destId="{7C063E0A-FA85-41F3-93FF-563136818C98}" srcOrd="2" destOrd="0" presId="urn:microsoft.com/office/officeart/2008/layout/LinedList"/>
    <dgm:cxn modelId="{6AB4C84D-F704-42D9-BEDB-1291713FE94C}" type="presParOf" srcId="{7C063E0A-FA85-41F3-93FF-563136818C98}" destId="{0DA59A6A-F23C-4EBA-A5A1-52CC8C030D5E}" srcOrd="0" destOrd="0" presId="urn:microsoft.com/office/officeart/2008/layout/LinedList"/>
    <dgm:cxn modelId="{F7947FBD-1ADF-4A82-81BA-3842263A93E0}" type="presParOf" srcId="{7C063E0A-FA85-41F3-93FF-563136818C98}" destId="{491CAA17-E116-49C8-9C50-1A88FE42C87A}" srcOrd="1" destOrd="0" presId="urn:microsoft.com/office/officeart/2008/layout/LinedList"/>
    <dgm:cxn modelId="{7B401589-B815-4918-B36B-08E52982284C}" type="presParOf" srcId="{7C063E0A-FA85-41F3-93FF-563136818C98}" destId="{2BEB585B-CC5D-4DDE-A2C1-340D77125F57}" srcOrd="2" destOrd="0" presId="urn:microsoft.com/office/officeart/2008/layout/LinedList"/>
    <dgm:cxn modelId="{655E1835-AF81-4E31-8936-FE501831DE77}" type="presParOf" srcId="{2BEB585B-CC5D-4DDE-A2C1-340D77125F57}" destId="{65A452BD-472C-4932-8738-3E0F419B6801}" srcOrd="0" destOrd="0" presId="urn:microsoft.com/office/officeart/2008/layout/LinedList"/>
    <dgm:cxn modelId="{07BF97DD-FE33-4BFC-B2E3-9708649097EF}" type="presParOf" srcId="{65A452BD-472C-4932-8738-3E0F419B6801}" destId="{B7FED2E5-B449-4158-8AAB-855C8B0C3CE2}" srcOrd="0" destOrd="0" presId="urn:microsoft.com/office/officeart/2008/layout/LinedList"/>
    <dgm:cxn modelId="{8EEF14A6-D18B-44B9-A94F-4E7472BC66D0}" type="presParOf" srcId="{65A452BD-472C-4932-8738-3E0F419B6801}" destId="{1F271AE7-E2DE-45CD-AAFF-E66F6517B54C}" srcOrd="1" destOrd="0" presId="urn:microsoft.com/office/officeart/2008/layout/LinedList"/>
    <dgm:cxn modelId="{0249A6B3-01C1-414C-893C-8E6DF694C360}" type="presParOf" srcId="{D3F1A9F6-92BE-462B-956C-88DE6BF5BEA6}" destId="{3C62DF3C-6535-4F67-B9DE-DF983A6120B6}" srcOrd="2" destOrd="0" presId="urn:microsoft.com/office/officeart/2008/layout/LinedList"/>
    <dgm:cxn modelId="{FD646558-AFE7-4B6C-8FCB-B3D59CF708AD}" type="presParOf" srcId="{D3F1A9F6-92BE-462B-956C-88DE6BF5BEA6}" destId="{B0DC3B58-3D58-4090-8E9D-EE50A58DAB30}" srcOrd="3" destOrd="0" presId="urn:microsoft.com/office/officeart/2008/layout/LinedList"/>
    <dgm:cxn modelId="{57D0BF14-2DF7-4517-B57C-35A192202A55}" type="presParOf" srcId="{D3F1A9F6-92BE-462B-956C-88DE6BF5BEA6}" destId="{48864090-674C-4964-ABC6-64E2FE26E0A5}" srcOrd="4" destOrd="0" presId="urn:microsoft.com/office/officeart/2008/layout/LinedList"/>
    <dgm:cxn modelId="{89B23A08-C58C-4F47-9E2F-4235143354DF}" type="presParOf" srcId="{48864090-674C-4964-ABC6-64E2FE26E0A5}" destId="{0BBF8EFD-0BC1-4E6E-AE6F-F450178CCEE0}" srcOrd="0" destOrd="0" presId="urn:microsoft.com/office/officeart/2008/layout/LinedList"/>
    <dgm:cxn modelId="{0EA2D303-D0A5-4BF0-9242-448E9B6A4E73}" type="presParOf" srcId="{48864090-674C-4964-ABC6-64E2FE26E0A5}" destId="{0A08AC0A-ADD5-49AE-94CE-5FA09E545B33}" srcOrd="1" destOrd="0" presId="urn:microsoft.com/office/officeart/2008/layout/LinedList"/>
    <dgm:cxn modelId="{305E4222-3E90-43BE-BB03-667419D0FBAC}" type="presParOf" srcId="{48864090-674C-4964-ABC6-64E2FE26E0A5}" destId="{CD7BB596-CF0D-4A64-A64E-D7EB74D856F4}" srcOrd="2" destOrd="0" presId="urn:microsoft.com/office/officeart/2008/layout/LinedList"/>
    <dgm:cxn modelId="{20EF1CDA-2C42-4DCA-A4BB-4A1332597EA6}" type="presParOf" srcId="{CD7BB596-CF0D-4A64-A64E-D7EB74D856F4}" destId="{49DA3E9A-2599-4AA6-80AE-A01FF0F55644}" srcOrd="0" destOrd="0" presId="urn:microsoft.com/office/officeart/2008/layout/LinedList"/>
    <dgm:cxn modelId="{5E2CD91D-B142-442C-B4B9-4C97B3B607A6}" type="presParOf" srcId="{49DA3E9A-2599-4AA6-80AE-A01FF0F55644}" destId="{9BF075EF-08A8-4CB7-B542-30FD0A1BE72C}" srcOrd="0" destOrd="0" presId="urn:microsoft.com/office/officeart/2008/layout/LinedList"/>
    <dgm:cxn modelId="{B9E4C127-7DB1-4CB6-958A-0D2A8370D5ED}" type="presParOf" srcId="{49DA3E9A-2599-4AA6-80AE-A01FF0F55644}" destId="{A41E65A1-A57F-4C6B-AC6B-3CC6708691D6}" srcOrd="1" destOrd="0" presId="urn:microsoft.com/office/officeart/2008/layout/LinedList"/>
    <dgm:cxn modelId="{E5DABB8B-549D-496E-A4B8-6EC48BC2AEE3}" type="presParOf" srcId="{49DA3E9A-2599-4AA6-80AE-A01FF0F55644}" destId="{92AB8334-F767-461B-911C-390A1664CDFB}" srcOrd="2" destOrd="0" presId="urn:microsoft.com/office/officeart/2008/layout/LinedList"/>
    <dgm:cxn modelId="{6EA9A10D-F9A4-455C-B303-108F9D6C28E8}" type="presParOf" srcId="{92AB8334-F767-461B-911C-390A1664CDFB}" destId="{C1F6A7BE-685B-4055-8351-D151293FC575}" srcOrd="0" destOrd="0" presId="urn:microsoft.com/office/officeart/2008/layout/LinedList"/>
    <dgm:cxn modelId="{5F3385D4-8B26-4B34-BD6D-BC017D5D8FC1}" type="presParOf" srcId="{C1F6A7BE-685B-4055-8351-D151293FC575}" destId="{CA1F5990-5300-482F-9A45-057804D032DC}" srcOrd="0" destOrd="0" presId="urn:microsoft.com/office/officeart/2008/layout/LinedList"/>
    <dgm:cxn modelId="{33B97095-DA80-4071-81EF-DDA83A2970CA}" type="presParOf" srcId="{C1F6A7BE-685B-4055-8351-D151293FC575}" destId="{B7DA1086-7659-49AC-9CBE-C2AF4D6E61DD}" srcOrd="1" destOrd="0" presId="urn:microsoft.com/office/officeart/2008/layout/LinedList"/>
    <dgm:cxn modelId="{A295A7B4-3B1A-4CA2-8832-5649DD495A35}" type="presParOf" srcId="{CD7BB596-CF0D-4A64-A64E-D7EB74D856F4}" destId="{CE91C1BB-5AC6-4F65-87AB-CAEEE6B1D23B}" srcOrd="1" destOrd="0" presId="urn:microsoft.com/office/officeart/2008/layout/LinedList"/>
    <dgm:cxn modelId="{886B7D45-96E1-48C3-A127-32A2F496C299}" type="presParOf" srcId="{CD7BB596-CF0D-4A64-A64E-D7EB74D856F4}" destId="{B25DFB0E-F246-484B-AF45-AEAF121D860D}" srcOrd="2" destOrd="0" presId="urn:microsoft.com/office/officeart/2008/layout/LinedList"/>
    <dgm:cxn modelId="{110ED84A-DBF3-47D3-BD80-5C434F69A634}" type="presParOf" srcId="{B25DFB0E-F246-484B-AF45-AEAF121D860D}" destId="{DFB7B662-B226-407C-B333-39FCFA6A7511}" srcOrd="0" destOrd="0" presId="urn:microsoft.com/office/officeart/2008/layout/LinedList"/>
    <dgm:cxn modelId="{AC95F5BE-7DBF-4FE1-A423-6AEE8836FDCF}" type="presParOf" srcId="{B25DFB0E-F246-484B-AF45-AEAF121D860D}" destId="{F9D879B9-1436-40A7-A56E-9175119D3ED7}" srcOrd="1" destOrd="0" presId="urn:microsoft.com/office/officeart/2008/layout/LinedList"/>
    <dgm:cxn modelId="{D6FAB7BB-1C22-42AC-AA4B-CAA41E5A4B6B}" type="presParOf" srcId="{B25DFB0E-F246-484B-AF45-AEAF121D860D}" destId="{5A0A6F8B-7AE0-4661-8D05-79A73979BFAF}" srcOrd="2" destOrd="0" presId="urn:microsoft.com/office/officeart/2008/layout/LinedList"/>
    <dgm:cxn modelId="{9D6A3334-7316-439C-80BF-C2B2761F366A}" type="presParOf" srcId="{5A0A6F8B-7AE0-4661-8D05-79A73979BFAF}" destId="{BC64EDA3-B54E-485B-8E8A-72E3ADE81A9B}" srcOrd="0" destOrd="0" presId="urn:microsoft.com/office/officeart/2008/layout/LinedList"/>
    <dgm:cxn modelId="{ED4F3E83-63BE-4BE9-9656-00C6C2693920}" type="presParOf" srcId="{BC64EDA3-B54E-485B-8E8A-72E3ADE81A9B}" destId="{9DC6A8E8-8727-4C68-856A-75974CABF94C}" srcOrd="0" destOrd="0" presId="urn:microsoft.com/office/officeart/2008/layout/LinedList"/>
    <dgm:cxn modelId="{80F9B08E-7A00-4085-A926-5C200588B654}" type="presParOf" srcId="{BC64EDA3-B54E-485B-8E8A-72E3ADE81A9B}" destId="{71F54F2B-CCE1-45B4-854A-6F900FE5CCB0}" srcOrd="1" destOrd="0" presId="urn:microsoft.com/office/officeart/2008/layout/LinedList"/>
    <dgm:cxn modelId="{A5A97061-A851-4D68-A0C2-DD288C08EA31}" type="presParOf" srcId="{5A0A6F8B-7AE0-4661-8D05-79A73979BFAF}" destId="{C2EE9045-1D34-4646-A16F-C09F2358D772}" srcOrd="1" destOrd="0" presId="urn:microsoft.com/office/officeart/2008/layout/LinedList"/>
    <dgm:cxn modelId="{84190BC4-B6DB-4881-BB96-4D27D0826B87}" type="presParOf" srcId="{C2EE9045-1D34-4646-A16F-C09F2358D772}" destId="{0F0C224C-E42F-4011-9337-321033FDAC29}" srcOrd="0" destOrd="0" presId="urn:microsoft.com/office/officeart/2008/layout/LinedList"/>
    <dgm:cxn modelId="{7252ECE4-74D4-4DB7-8B6F-301B28E79B5E}" type="presParOf" srcId="{C2EE9045-1D34-4646-A16F-C09F2358D772}" destId="{8E2FDAD7-51D9-419D-8153-87DF9AF227BD}" srcOrd="1" destOrd="0" presId="urn:microsoft.com/office/officeart/2008/layout/LinedList"/>
    <dgm:cxn modelId="{FF76EF5E-F354-4437-A7B9-8ADE17CC93B7}" type="presParOf" srcId="{5A0A6F8B-7AE0-4661-8D05-79A73979BFAF}" destId="{5E41F5ED-CBEE-49A4-B134-3E3F8A2E5809}" srcOrd="2" destOrd="0" presId="urn:microsoft.com/office/officeart/2008/layout/LinedList"/>
    <dgm:cxn modelId="{E1DA9ED1-AD9A-40DD-B95A-61FEC21544C7}" type="presParOf" srcId="{5E41F5ED-CBEE-49A4-B134-3E3F8A2E5809}" destId="{0159E7C1-A3D5-4567-9CEE-86EF7B102AA8}" srcOrd="0" destOrd="0" presId="urn:microsoft.com/office/officeart/2008/layout/LinedList"/>
    <dgm:cxn modelId="{90DB1D54-39CE-4440-9807-A141B56357C2}" type="presParOf" srcId="{5E41F5ED-CBEE-49A4-B134-3E3F8A2E5809}" destId="{B99CE532-1C63-4234-B7C9-B49ECA114C0B}" srcOrd="1" destOrd="0" presId="urn:microsoft.com/office/officeart/2008/layout/LinedList"/>
    <dgm:cxn modelId="{665E2A5A-1E24-48C2-AE39-0057EE08C05E}" type="presParOf" srcId="{CD7BB596-CF0D-4A64-A64E-D7EB74D856F4}" destId="{3D0A03AC-5DBC-4A81-89B7-66F541B88A01}" srcOrd="3" destOrd="0" presId="urn:microsoft.com/office/officeart/2008/layout/LinedList"/>
    <dgm:cxn modelId="{3B221521-66CE-4290-B744-AF36622910BD}" type="presParOf" srcId="{CD7BB596-CF0D-4A64-A64E-D7EB74D856F4}" destId="{D7E7AE64-77AF-4AF9-8FC4-A6DB27E8526E}" srcOrd="4" destOrd="0" presId="urn:microsoft.com/office/officeart/2008/layout/LinedList"/>
    <dgm:cxn modelId="{0D82BF39-460D-4E3A-B972-8EEC04FE1CCE}" type="presParOf" srcId="{D7E7AE64-77AF-4AF9-8FC4-A6DB27E8526E}" destId="{63430087-9383-4A60-BE94-52BFF1F8A4C6}" srcOrd="0" destOrd="0" presId="urn:microsoft.com/office/officeart/2008/layout/LinedList"/>
    <dgm:cxn modelId="{4959FC00-7DE8-46A4-B347-1A50B48C9404}" type="presParOf" srcId="{D7E7AE64-77AF-4AF9-8FC4-A6DB27E8526E}" destId="{BB938E1A-96FF-4261-9B17-A6DF194A82C4}" srcOrd="1" destOrd="0" presId="urn:microsoft.com/office/officeart/2008/layout/LinedList"/>
    <dgm:cxn modelId="{92BDF8B1-8969-4840-B96F-D13F3E761539}" type="presParOf" srcId="{D7E7AE64-77AF-4AF9-8FC4-A6DB27E8526E}" destId="{455978BD-EC37-4B99-937B-2B97FA331CA4}" srcOrd="2" destOrd="0" presId="urn:microsoft.com/office/officeart/2008/layout/LinedList"/>
    <dgm:cxn modelId="{B2AE57F5-9D9C-4D1B-9524-68F6E1AEF92F}" type="presParOf" srcId="{455978BD-EC37-4B99-937B-2B97FA331CA4}" destId="{B6AA39A9-B591-47AD-8F26-34E28E6F49A5}" srcOrd="0" destOrd="0" presId="urn:microsoft.com/office/officeart/2008/layout/LinedList"/>
    <dgm:cxn modelId="{0F0F9850-C212-494C-9EE0-6653E716C4EC}" type="presParOf" srcId="{B6AA39A9-B591-47AD-8F26-34E28E6F49A5}" destId="{EE0A296F-D5A6-4AFB-888D-50524574D33A}" srcOrd="0" destOrd="0" presId="urn:microsoft.com/office/officeart/2008/layout/LinedList"/>
    <dgm:cxn modelId="{70C67A7B-5193-4C8D-91F3-921D47889206}" type="presParOf" srcId="{B6AA39A9-B591-47AD-8F26-34E28E6F49A5}" destId="{B3D118A1-4AEA-4F18-8445-2FAC9CA02FC2}" srcOrd="1" destOrd="0" presId="urn:microsoft.com/office/officeart/2008/layout/LinedList"/>
    <dgm:cxn modelId="{1F314149-0D15-4D5C-9C82-26C1057CCD5B}" type="presParOf" srcId="{455978BD-EC37-4B99-937B-2B97FA331CA4}" destId="{B6774B25-612D-49E7-9BA4-FE46955AABA3}" srcOrd="1" destOrd="0" presId="urn:microsoft.com/office/officeart/2008/layout/LinedList"/>
    <dgm:cxn modelId="{A9AEA9D4-495A-44E9-B0C0-78537A934E85}" type="presParOf" srcId="{B6774B25-612D-49E7-9BA4-FE46955AABA3}" destId="{88CBCFDC-46C2-48A2-B0E8-0E09AC434F46}" srcOrd="0" destOrd="0" presId="urn:microsoft.com/office/officeart/2008/layout/LinedList"/>
    <dgm:cxn modelId="{CA2C3AE4-9D95-42B6-9738-ADAEF2C4D084}" type="presParOf" srcId="{B6774B25-612D-49E7-9BA4-FE46955AABA3}" destId="{1B1D0F87-17E7-43FE-BA0E-10DC1B4791F6}" srcOrd="1" destOrd="0" presId="urn:microsoft.com/office/officeart/2008/layout/LinedList"/>
    <dgm:cxn modelId="{1A91CE6E-EEA6-4575-9C86-C22D6646B480}" type="presParOf" srcId="{455978BD-EC37-4B99-937B-2B97FA331CA4}" destId="{1BFB5CC3-9D2A-413A-A273-121D4BC7B66E}" srcOrd="2" destOrd="0" presId="urn:microsoft.com/office/officeart/2008/layout/LinedList"/>
    <dgm:cxn modelId="{6FB791F8-5BF2-4BBD-9361-123E950B26B6}" type="presParOf" srcId="{1BFB5CC3-9D2A-413A-A273-121D4BC7B66E}" destId="{0ACAFBB3-FD5A-4F92-B572-55E59AF65B1E}" srcOrd="0" destOrd="0" presId="urn:microsoft.com/office/officeart/2008/layout/LinedList"/>
    <dgm:cxn modelId="{22D10354-CB08-4B64-9403-D001771F7990}" type="presParOf" srcId="{1BFB5CC3-9D2A-413A-A273-121D4BC7B66E}" destId="{AB488626-DF3C-4AA4-882F-51E222C5BBE3}" srcOrd="1" destOrd="0" presId="urn:microsoft.com/office/officeart/2008/layout/LinedList"/>
    <dgm:cxn modelId="{BFE45C57-B425-457C-B002-FAC95941A68E}" type="presParOf" srcId="{455978BD-EC37-4B99-937B-2B97FA331CA4}" destId="{2FCAD0AF-59B9-4779-8E4C-C8D2DA44F295}" srcOrd="3" destOrd="0" presId="urn:microsoft.com/office/officeart/2008/layout/LinedList"/>
    <dgm:cxn modelId="{4B217BC5-3BDA-4ABC-AA61-31F4CBDF9669}" type="presParOf" srcId="{2FCAD0AF-59B9-4779-8E4C-C8D2DA44F295}" destId="{317782B7-05E8-4997-B670-89DC694D8036}" srcOrd="0" destOrd="0" presId="urn:microsoft.com/office/officeart/2008/layout/LinedList"/>
    <dgm:cxn modelId="{E804B905-BF98-40C7-A96A-631C9B57F7DD}" type="presParOf" srcId="{2FCAD0AF-59B9-4779-8E4C-C8D2DA44F295}" destId="{76575935-4424-42DF-9332-2987F0F86736}" srcOrd="1" destOrd="0" presId="urn:microsoft.com/office/officeart/2008/layout/LinedList"/>
    <dgm:cxn modelId="{54092ECE-A56B-4FBD-8C2B-54E86DDF5E9B}" type="presParOf" srcId="{D3F1A9F6-92BE-462B-956C-88DE6BF5BEA6}" destId="{B32D395E-F01E-44AB-8809-40DB50387406}" srcOrd="5" destOrd="0" presId="urn:microsoft.com/office/officeart/2008/layout/LinedList"/>
    <dgm:cxn modelId="{2B4BD6F6-A7DF-4141-BA48-418ACB957289}" type="presParOf" srcId="{D3F1A9F6-92BE-462B-956C-88DE6BF5BEA6}" destId="{DE7E00F0-6BD9-42E1-BC71-97540061800E}" srcOrd="6" destOrd="0" presId="urn:microsoft.com/office/officeart/2008/layout/LinedList"/>
  </dgm:cxnLst>
  <dgm:bg/>
  <dgm:whole>
    <a:ln w="19050"/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F4D4054-B009-4D66-9A66-57446D59FC8B}" type="doc">
      <dgm:prSet loTypeId="urn:microsoft.com/office/officeart/2005/8/layout/process1" loCatId="process" qsTypeId="urn:microsoft.com/office/officeart/2005/8/quickstyle/simple1#2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D28C704D-AC0D-40FF-9DCE-B2DD5DBD704F}">
      <dgm:prSet phldrT="[Text]"/>
      <dgm:spPr/>
      <dgm:t>
        <a:bodyPr/>
        <a:lstStyle/>
        <a:p>
          <a:r>
            <a:rPr lang="en-US" dirty="0"/>
            <a:t>Launch</a:t>
          </a:r>
        </a:p>
      </dgm:t>
    </dgm:pt>
    <dgm:pt modelId="{C06EF7EE-C0E5-4AE8-92E2-F8202E3F7202}" type="parTrans" cxnId="{5644345A-D6B4-457A-9E48-A59A19C1839A}">
      <dgm:prSet/>
      <dgm:spPr/>
      <dgm:t>
        <a:bodyPr/>
        <a:lstStyle/>
        <a:p>
          <a:endParaRPr lang="en-US"/>
        </a:p>
      </dgm:t>
    </dgm:pt>
    <dgm:pt modelId="{A42D7C98-1934-4CAD-82F2-3798E4C16EB1}" type="sibTrans" cxnId="{5644345A-D6B4-457A-9E48-A59A19C1839A}">
      <dgm:prSet/>
      <dgm:spPr/>
      <dgm:t>
        <a:bodyPr/>
        <a:lstStyle/>
        <a:p>
          <a:endParaRPr lang="en-US"/>
        </a:p>
      </dgm:t>
    </dgm:pt>
    <dgm:pt modelId="{392F12FA-34F3-4E31-8DF3-C3BCB830EA47}">
      <dgm:prSet phldrT="[Text]"/>
      <dgm:spPr/>
      <dgm:t>
        <a:bodyPr/>
        <a:lstStyle/>
        <a:p>
          <a:r>
            <a:rPr lang="en-US" dirty="0"/>
            <a:t>Penetration Pricing OR</a:t>
          </a:r>
        </a:p>
      </dgm:t>
    </dgm:pt>
    <dgm:pt modelId="{9F0931EB-EF5B-49DD-865C-D1A00FB78197}" type="parTrans" cxnId="{8D1211C6-5842-429C-9FCA-479B7082569A}">
      <dgm:prSet/>
      <dgm:spPr/>
      <dgm:t>
        <a:bodyPr/>
        <a:lstStyle/>
        <a:p>
          <a:endParaRPr lang="en-US"/>
        </a:p>
      </dgm:t>
    </dgm:pt>
    <dgm:pt modelId="{0F74B143-C04F-4B98-9339-8F59292946B6}" type="sibTrans" cxnId="{8D1211C6-5842-429C-9FCA-479B7082569A}">
      <dgm:prSet/>
      <dgm:spPr/>
      <dgm:t>
        <a:bodyPr/>
        <a:lstStyle/>
        <a:p>
          <a:endParaRPr lang="en-US"/>
        </a:p>
      </dgm:t>
    </dgm:pt>
    <dgm:pt modelId="{24E21A10-4903-4075-B920-874C4553237A}">
      <dgm:prSet phldrT="[Text]"/>
      <dgm:spPr/>
      <dgm:t>
        <a:bodyPr/>
        <a:lstStyle/>
        <a:p>
          <a:r>
            <a:rPr lang="en-US" dirty="0"/>
            <a:t>Market Skimming</a:t>
          </a:r>
        </a:p>
      </dgm:t>
    </dgm:pt>
    <dgm:pt modelId="{85FE8B10-68BD-4738-8AFC-8F50A7360EC5}" type="parTrans" cxnId="{0C5CF90B-D046-4C38-A64F-6DB7A49644E0}">
      <dgm:prSet/>
      <dgm:spPr/>
      <dgm:t>
        <a:bodyPr/>
        <a:lstStyle/>
        <a:p>
          <a:endParaRPr lang="en-US"/>
        </a:p>
      </dgm:t>
    </dgm:pt>
    <dgm:pt modelId="{C2FDC5A5-264A-4F13-B6D5-E1F820F84B0A}" type="sibTrans" cxnId="{0C5CF90B-D046-4C38-A64F-6DB7A49644E0}">
      <dgm:prSet/>
      <dgm:spPr/>
      <dgm:t>
        <a:bodyPr/>
        <a:lstStyle/>
        <a:p>
          <a:endParaRPr lang="en-US"/>
        </a:p>
      </dgm:t>
    </dgm:pt>
    <dgm:pt modelId="{6F957995-614A-4628-A85E-C1EDD0DDDFC1}">
      <dgm:prSet phldrT="[Text]"/>
      <dgm:spPr/>
      <dgm:t>
        <a:bodyPr/>
        <a:lstStyle/>
        <a:p>
          <a:r>
            <a:rPr lang="en-US" dirty="0"/>
            <a:t>Growth</a:t>
          </a:r>
        </a:p>
      </dgm:t>
    </dgm:pt>
    <dgm:pt modelId="{874BB9E6-5D44-40AF-B050-8A7A6E36166B}" type="parTrans" cxnId="{F60C8FD6-0471-4DB3-ACEE-B41285AA31A0}">
      <dgm:prSet/>
      <dgm:spPr/>
      <dgm:t>
        <a:bodyPr/>
        <a:lstStyle/>
        <a:p>
          <a:endParaRPr lang="en-US"/>
        </a:p>
      </dgm:t>
    </dgm:pt>
    <dgm:pt modelId="{9D60BC8D-76F4-4FF9-AB46-392A21D6122D}" type="sibTrans" cxnId="{F60C8FD6-0471-4DB3-ACEE-B41285AA31A0}">
      <dgm:prSet/>
      <dgm:spPr/>
      <dgm:t>
        <a:bodyPr/>
        <a:lstStyle/>
        <a:p>
          <a:endParaRPr lang="en-US"/>
        </a:p>
      </dgm:t>
    </dgm:pt>
    <dgm:pt modelId="{DA603DBF-A4E4-4A83-8DA8-E813CC370E04}">
      <dgm:prSet phldrT="[Text]"/>
      <dgm:spPr/>
      <dgm:t>
        <a:bodyPr/>
        <a:lstStyle/>
        <a:p>
          <a:r>
            <a:rPr lang="en-US" dirty="0"/>
            <a:t>Lower prices as competition increases</a:t>
          </a:r>
        </a:p>
      </dgm:t>
    </dgm:pt>
    <dgm:pt modelId="{6B281D3D-89E2-40DB-8899-800C37BFF3D4}" type="parTrans" cxnId="{399C0A81-F2DC-4AB1-B020-4FB3BC9FAD31}">
      <dgm:prSet/>
      <dgm:spPr/>
      <dgm:t>
        <a:bodyPr/>
        <a:lstStyle/>
        <a:p>
          <a:endParaRPr lang="en-US"/>
        </a:p>
      </dgm:t>
    </dgm:pt>
    <dgm:pt modelId="{916E90BC-B38F-4F2D-B4AF-0EA2474F35D7}" type="sibTrans" cxnId="{399C0A81-F2DC-4AB1-B020-4FB3BC9FAD31}">
      <dgm:prSet/>
      <dgm:spPr/>
      <dgm:t>
        <a:bodyPr/>
        <a:lstStyle/>
        <a:p>
          <a:endParaRPr lang="en-US"/>
        </a:p>
      </dgm:t>
    </dgm:pt>
    <dgm:pt modelId="{7E87F36F-D46B-4717-A6F9-F247CEB19D72}">
      <dgm:prSet phldrT="[Text]"/>
      <dgm:spPr/>
      <dgm:t>
        <a:bodyPr/>
        <a:lstStyle/>
        <a:p>
          <a:r>
            <a:rPr lang="en-US" dirty="0"/>
            <a:t>Maturity</a:t>
          </a:r>
        </a:p>
      </dgm:t>
    </dgm:pt>
    <dgm:pt modelId="{F3893A7B-3D09-4D0E-A652-687D3FDEC8D9}" type="parTrans" cxnId="{07B8D8A0-A2B0-42D8-AB49-76C7D0BBC304}">
      <dgm:prSet/>
      <dgm:spPr/>
      <dgm:t>
        <a:bodyPr/>
        <a:lstStyle/>
        <a:p>
          <a:endParaRPr lang="en-US"/>
        </a:p>
      </dgm:t>
    </dgm:pt>
    <dgm:pt modelId="{4942665C-5F72-4F70-94E2-F6DA5E6F3CD7}" type="sibTrans" cxnId="{07B8D8A0-A2B0-42D8-AB49-76C7D0BBC304}">
      <dgm:prSet/>
      <dgm:spPr/>
      <dgm:t>
        <a:bodyPr/>
        <a:lstStyle/>
        <a:p>
          <a:endParaRPr lang="en-US"/>
        </a:p>
      </dgm:t>
    </dgm:pt>
    <dgm:pt modelId="{DF12C20B-279F-4C2A-BC8D-AD3C50466AD0}">
      <dgm:prSet phldrT="[Text]"/>
      <dgm:spPr/>
      <dgm:t>
        <a:bodyPr/>
        <a:lstStyle/>
        <a:p>
          <a:r>
            <a:rPr lang="en-US" dirty="0"/>
            <a:t>Rebates &amp; reductions</a:t>
          </a:r>
        </a:p>
      </dgm:t>
    </dgm:pt>
    <dgm:pt modelId="{932B67A2-53E2-4DD6-88D3-D82F6C05EE93}" type="parTrans" cxnId="{405DD1F1-B55D-4085-9494-7742C7610090}">
      <dgm:prSet/>
      <dgm:spPr/>
      <dgm:t>
        <a:bodyPr/>
        <a:lstStyle/>
        <a:p>
          <a:endParaRPr lang="en-US"/>
        </a:p>
      </dgm:t>
    </dgm:pt>
    <dgm:pt modelId="{5448C179-6EFC-4D37-998E-7AFF41C8FAD8}" type="sibTrans" cxnId="{405DD1F1-B55D-4085-9494-7742C7610090}">
      <dgm:prSet/>
      <dgm:spPr/>
      <dgm:t>
        <a:bodyPr/>
        <a:lstStyle/>
        <a:p>
          <a:endParaRPr lang="en-US"/>
        </a:p>
      </dgm:t>
    </dgm:pt>
    <dgm:pt modelId="{D6098D14-6AE6-4939-9D57-EE6267CBBC92}">
      <dgm:prSet phldrT="[Text]"/>
      <dgm:spPr/>
      <dgm:t>
        <a:bodyPr/>
        <a:lstStyle/>
        <a:p>
          <a:r>
            <a:rPr lang="en-US" dirty="0"/>
            <a:t>Decline</a:t>
          </a:r>
        </a:p>
      </dgm:t>
    </dgm:pt>
    <dgm:pt modelId="{A171D66F-8011-4B3F-BE4C-728C6D942125}" type="parTrans" cxnId="{8E78020D-C281-4201-813F-E5AFC5AE7DD7}">
      <dgm:prSet/>
      <dgm:spPr/>
      <dgm:t>
        <a:bodyPr/>
        <a:lstStyle/>
        <a:p>
          <a:endParaRPr lang="en-US"/>
        </a:p>
      </dgm:t>
    </dgm:pt>
    <dgm:pt modelId="{65A05E77-E866-473A-938F-23331A644EEB}" type="sibTrans" cxnId="{8E78020D-C281-4201-813F-E5AFC5AE7DD7}">
      <dgm:prSet/>
      <dgm:spPr/>
      <dgm:t>
        <a:bodyPr/>
        <a:lstStyle/>
        <a:p>
          <a:endParaRPr lang="en-US"/>
        </a:p>
      </dgm:t>
    </dgm:pt>
    <dgm:pt modelId="{235A5BD2-1A6D-4158-81AB-07196ED6D6AD}">
      <dgm:prSet phldrT="[Text]"/>
      <dgm:spPr/>
      <dgm:t>
        <a:bodyPr/>
        <a:lstStyle/>
        <a:p>
          <a:r>
            <a:rPr lang="en-US" dirty="0"/>
            <a:t>Sharp drop of prices (liquidation)</a:t>
          </a:r>
        </a:p>
      </dgm:t>
    </dgm:pt>
    <dgm:pt modelId="{012E2D89-5A68-4690-A7F9-F08E39624E1F}" type="parTrans" cxnId="{6C735F96-E28D-4C3B-BD89-B8EC7FDC3086}">
      <dgm:prSet/>
      <dgm:spPr/>
      <dgm:t>
        <a:bodyPr/>
        <a:lstStyle/>
        <a:p>
          <a:endParaRPr lang="en-US"/>
        </a:p>
      </dgm:t>
    </dgm:pt>
    <dgm:pt modelId="{8B156B88-FE6E-477F-9F0F-2C307D5B89FC}" type="sibTrans" cxnId="{6C735F96-E28D-4C3B-BD89-B8EC7FDC3086}">
      <dgm:prSet/>
      <dgm:spPr/>
      <dgm:t>
        <a:bodyPr/>
        <a:lstStyle/>
        <a:p>
          <a:endParaRPr lang="en-US"/>
        </a:p>
      </dgm:t>
    </dgm:pt>
    <dgm:pt modelId="{7996B369-4AED-4502-81BB-264F51F31CB6}" type="pres">
      <dgm:prSet presAssocID="{AF4D4054-B009-4D66-9A66-57446D59FC8B}" presName="Name0" presStyleCnt="0">
        <dgm:presLayoutVars>
          <dgm:dir/>
          <dgm:resizeHandles val="exact"/>
        </dgm:presLayoutVars>
      </dgm:prSet>
      <dgm:spPr/>
    </dgm:pt>
    <dgm:pt modelId="{1ED52DB6-A107-4801-9F87-610D2BF891E5}" type="pres">
      <dgm:prSet presAssocID="{D28C704D-AC0D-40FF-9DCE-B2DD5DBD704F}" presName="node" presStyleLbl="node1" presStyleIdx="0" presStyleCnt="4">
        <dgm:presLayoutVars>
          <dgm:bulletEnabled val="1"/>
        </dgm:presLayoutVars>
      </dgm:prSet>
      <dgm:spPr/>
    </dgm:pt>
    <dgm:pt modelId="{0968C406-F42F-4204-929C-3221EEFB0E10}" type="pres">
      <dgm:prSet presAssocID="{A42D7C98-1934-4CAD-82F2-3798E4C16EB1}" presName="sibTrans" presStyleLbl="sibTrans2D1" presStyleIdx="0" presStyleCnt="3"/>
      <dgm:spPr/>
    </dgm:pt>
    <dgm:pt modelId="{69D0202F-D5E3-4AE5-A14D-2C3B68FB15C5}" type="pres">
      <dgm:prSet presAssocID="{A42D7C98-1934-4CAD-82F2-3798E4C16EB1}" presName="connectorText" presStyleLbl="sibTrans2D1" presStyleIdx="0" presStyleCnt="3"/>
      <dgm:spPr/>
    </dgm:pt>
    <dgm:pt modelId="{00AC9BFE-A14B-4823-A02C-E560B7D8050F}" type="pres">
      <dgm:prSet presAssocID="{6F957995-614A-4628-A85E-C1EDD0DDDFC1}" presName="node" presStyleLbl="node1" presStyleIdx="1" presStyleCnt="4">
        <dgm:presLayoutVars>
          <dgm:bulletEnabled val="1"/>
        </dgm:presLayoutVars>
      </dgm:prSet>
      <dgm:spPr/>
    </dgm:pt>
    <dgm:pt modelId="{0B86DC30-39B0-4A00-9B60-86170DF02FC1}" type="pres">
      <dgm:prSet presAssocID="{9D60BC8D-76F4-4FF9-AB46-392A21D6122D}" presName="sibTrans" presStyleLbl="sibTrans2D1" presStyleIdx="1" presStyleCnt="3"/>
      <dgm:spPr/>
    </dgm:pt>
    <dgm:pt modelId="{5EC76F81-5F1D-421D-947B-6B91442C7A1A}" type="pres">
      <dgm:prSet presAssocID="{9D60BC8D-76F4-4FF9-AB46-392A21D6122D}" presName="connectorText" presStyleLbl="sibTrans2D1" presStyleIdx="1" presStyleCnt="3"/>
      <dgm:spPr/>
    </dgm:pt>
    <dgm:pt modelId="{30E9C31D-F866-4FFD-A97F-930F84473672}" type="pres">
      <dgm:prSet presAssocID="{7E87F36F-D46B-4717-A6F9-F247CEB19D72}" presName="node" presStyleLbl="node1" presStyleIdx="2" presStyleCnt="4">
        <dgm:presLayoutVars>
          <dgm:bulletEnabled val="1"/>
        </dgm:presLayoutVars>
      </dgm:prSet>
      <dgm:spPr/>
    </dgm:pt>
    <dgm:pt modelId="{A3F3989C-5569-4104-8EBB-4832757B43B9}" type="pres">
      <dgm:prSet presAssocID="{4942665C-5F72-4F70-94E2-F6DA5E6F3CD7}" presName="sibTrans" presStyleLbl="sibTrans2D1" presStyleIdx="2" presStyleCnt="3"/>
      <dgm:spPr/>
    </dgm:pt>
    <dgm:pt modelId="{03A4C577-6F23-4575-8124-4FE9246A0291}" type="pres">
      <dgm:prSet presAssocID="{4942665C-5F72-4F70-94E2-F6DA5E6F3CD7}" presName="connectorText" presStyleLbl="sibTrans2D1" presStyleIdx="2" presStyleCnt="3"/>
      <dgm:spPr/>
    </dgm:pt>
    <dgm:pt modelId="{7F9920D6-F022-42D5-956C-84296C113114}" type="pres">
      <dgm:prSet presAssocID="{D6098D14-6AE6-4939-9D57-EE6267CBBC92}" presName="node" presStyleLbl="node1" presStyleIdx="3" presStyleCnt="4">
        <dgm:presLayoutVars>
          <dgm:bulletEnabled val="1"/>
        </dgm:presLayoutVars>
      </dgm:prSet>
      <dgm:spPr/>
    </dgm:pt>
  </dgm:ptLst>
  <dgm:cxnLst>
    <dgm:cxn modelId="{C91E730B-2AAD-4748-A7A6-D9498D5B6BFB}" type="presOf" srcId="{DA603DBF-A4E4-4A83-8DA8-E813CC370E04}" destId="{00AC9BFE-A14B-4823-A02C-E560B7D8050F}" srcOrd="0" destOrd="1" presId="urn:microsoft.com/office/officeart/2005/8/layout/process1"/>
    <dgm:cxn modelId="{0C5CF90B-D046-4C38-A64F-6DB7A49644E0}" srcId="{D28C704D-AC0D-40FF-9DCE-B2DD5DBD704F}" destId="{24E21A10-4903-4075-B920-874C4553237A}" srcOrd="1" destOrd="0" parTransId="{85FE8B10-68BD-4738-8AFC-8F50A7360EC5}" sibTransId="{C2FDC5A5-264A-4F13-B6D5-E1F820F84B0A}"/>
    <dgm:cxn modelId="{8E78020D-C281-4201-813F-E5AFC5AE7DD7}" srcId="{AF4D4054-B009-4D66-9A66-57446D59FC8B}" destId="{D6098D14-6AE6-4939-9D57-EE6267CBBC92}" srcOrd="3" destOrd="0" parTransId="{A171D66F-8011-4B3F-BE4C-728C6D942125}" sibTransId="{65A05E77-E866-473A-938F-23331A644EEB}"/>
    <dgm:cxn modelId="{2655761C-92B2-47F3-AF7C-9F86DF8C8D18}" type="presOf" srcId="{A42D7C98-1934-4CAD-82F2-3798E4C16EB1}" destId="{69D0202F-D5E3-4AE5-A14D-2C3B68FB15C5}" srcOrd="1" destOrd="0" presId="urn:microsoft.com/office/officeart/2005/8/layout/process1"/>
    <dgm:cxn modelId="{86C9FF21-9835-457F-B7BC-A8AF1E80F71A}" type="presOf" srcId="{235A5BD2-1A6D-4158-81AB-07196ED6D6AD}" destId="{7F9920D6-F022-42D5-956C-84296C113114}" srcOrd="0" destOrd="1" presId="urn:microsoft.com/office/officeart/2005/8/layout/process1"/>
    <dgm:cxn modelId="{2BA2E531-1FDE-4DA9-A4FA-A46CB6AD2C16}" type="presOf" srcId="{9D60BC8D-76F4-4FF9-AB46-392A21D6122D}" destId="{5EC76F81-5F1D-421D-947B-6B91442C7A1A}" srcOrd="1" destOrd="0" presId="urn:microsoft.com/office/officeart/2005/8/layout/process1"/>
    <dgm:cxn modelId="{75C33641-40D3-485F-ADF6-94B39663C820}" type="presOf" srcId="{4942665C-5F72-4F70-94E2-F6DA5E6F3CD7}" destId="{A3F3989C-5569-4104-8EBB-4832757B43B9}" srcOrd="0" destOrd="0" presId="urn:microsoft.com/office/officeart/2005/8/layout/process1"/>
    <dgm:cxn modelId="{E7B1966A-18F4-4BD8-AF67-FFEE054D643B}" type="presOf" srcId="{6F957995-614A-4628-A85E-C1EDD0DDDFC1}" destId="{00AC9BFE-A14B-4823-A02C-E560B7D8050F}" srcOrd="0" destOrd="0" presId="urn:microsoft.com/office/officeart/2005/8/layout/process1"/>
    <dgm:cxn modelId="{396B8E54-F715-4F53-9371-F9A073C53853}" type="presOf" srcId="{D6098D14-6AE6-4939-9D57-EE6267CBBC92}" destId="{7F9920D6-F022-42D5-956C-84296C113114}" srcOrd="0" destOrd="0" presId="urn:microsoft.com/office/officeart/2005/8/layout/process1"/>
    <dgm:cxn modelId="{EAF86358-7922-47BB-A684-BAAD27092B0C}" type="presOf" srcId="{392F12FA-34F3-4E31-8DF3-C3BCB830EA47}" destId="{1ED52DB6-A107-4801-9F87-610D2BF891E5}" srcOrd="0" destOrd="1" presId="urn:microsoft.com/office/officeart/2005/8/layout/process1"/>
    <dgm:cxn modelId="{5644345A-D6B4-457A-9E48-A59A19C1839A}" srcId="{AF4D4054-B009-4D66-9A66-57446D59FC8B}" destId="{D28C704D-AC0D-40FF-9DCE-B2DD5DBD704F}" srcOrd="0" destOrd="0" parTransId="{C06EF7EE-C0E5-4AE8-92E2-F8202E3F7202}" sibTransId="{A42D7C98-1934-4CAD-82F2-3798E4C16EB1}"/>
    <dgm:cxn modelId="{2D5FB65A-5B73-443C-BF12-CACBE63F0D5C}" type="presOf" srcId="{A42D7C98-1934-4CAD-82F2-3798E4C16EB1}" destId="{0968C406-F42F-4204-929C-3221EEFB0E10}" srcOrd="0" destOrd="0" presId="urn:microsoft.com/office/officeart/2005/8/layout/process1"/>
    <dgm:cxn modelId="{ED845B7C-DB73-4606-8FF4-33F656BD220A}" type="presOf" srcId="{DF12C20B-279F-4C2A-BC8D-AD3C50466AD0}" destId="{30E9C31D-F866-4FFD-A97F-930F84473672}" srcOrd="0" destOrd="1" presId="urn:microsoft.com/office/officeart/2005/8/layout/process1"/>
    <dgm:cxn modelId="{399C0A81-F2DC-4AB1-B020-4FB3BC9FAD31}" srcId="{6F957995-614A-4628-A85E-C1EDD0DDDFC1}" destId="{DA603DBF-A4E4-4A83-8DA8-E813CC370E04}" srcOrd="0" destOrd="0" parTransId="{6B281D3D-89E2-40DB-8899-800C37BFF3D4}" sibTransId="{916E90BC-B38F-4F2D-B4AF-0EA2474F35D7}"/>
    <dgm:cxn modelId="{F1677B94-6885-4030-B71F-025AA84A6241}" type="presOf" srcId="{AF4D4054-B009-4D66-9A66-57446D59FC8B}" destId="{7996B369-4AED-4502-81BB-264F51F31CB6}" srcOrd="0" destOrd="0" presId="urn:microsoft.com/office/officeart/2005/8/layout/process1"/>
    <dgm:cxn modelId="{6C735F96-E28D-4C3B-BD89-B8EC7FDC3086}" srcId="{D6098D14-6AE6-4939-9D57-EE6267CBBC92}" destId="{235A5BD2-1A6D-4158-81AB-07196ED6D6AD}" srcOrd="0" destOrd="0" parTransId="{012E2D89-5A68-4690-A7F9-F08E39624E1F}" sibTransId="{8B156B88-FE6E-477F-9F0F-2C307D5B89FC}"/>
    <dgm:cxn modelId="{552133A0-0764-49C3-8718-5B76E35685D1}" type="presOf" srcId="{24E21A10-4903-4075-B920-874C4553237A}" destId="{1ED52DB6-A107-4801-9F87-610D2BF891E5}" srcOrd="0" destOrd="2" presId="urn:microsoft.com/office/officeart/2005/8/layout/process1"/>
    <dgm:cxn modelId="{07B8D8A0-A2B0-42D8-AB49-76C7D0BBC304}" srcId="{AF4D4054-B009-4D66-9A66-57446D59FC8B}" destId="{7E87F36F-D46B-4717-A6F9-F247CEB19D72}" srcOrd="2" destOrd="0" parTransId="{F3893A7B-3D09-4D0E-A652-687D3FDEC8D9}" sibTransId="{4942665C-5F72-4F70-94E2-F6DA5E6F3CD7}"/>
    <dgm:cxn modelId="{F61B00AE-9FC9-4AA5-8233-5F711ECD38BE}" type="presOf" srcId="{4942665C-5F72-4F70-94E2-F6DA5E6F3CD7}" destId="{03A4C577-6F23-4575-8124-4FE9246A0291}" srcOrd="1" destOrd="0" presId="urn:microsoft.com/office/officeart/2005/8/layout/process1"/>
    <dgm:cxn modelId="{4BD43CB3-6122-4F6F-87D8-1DA80764F208}" type="presOf" srcId="{7E87F36F-D46B-4717-A6F9-F247CEB19D72}" destId="{30E9C31D-F866-4FFD-A97F-930F84473672}" srcOrd="0" destOrd="0" presId="urn:microsoft.com/office/officeart/2005/8/layout/process1"/>
    <dgm:cxn modelId="{5B606AC1-1F12-4ED2-862E-51E8F42FDDD8}" type="presOf" srcId="{9D60BC8D-76F4-4FF9-AB46-392A21D6122D}" destId="{0B86DC30-39B0-4A00-9B60-86170DF02FC1}" srcOrd="0" destOrd="0" presId="urn:microsoft.com/office/officeart/2005/8/layout/process1"/>
    <dgm:cxn modelId="{8D1211C6-5842-429C-9FCA-479B7082569A}" srcId="{D28C704D-AC0D-40FF-9DCE-B2DD5DBD704F}" destId="{392F12FA-34F3-4E31-8DF3-C3BCB830EA47}" srcOrd="0" destOrd="0" parTransId="{9F0931EB-EF5B-49DD-865C-D1A00FB78197}" sibTransId="{0F74B143-C04F-4B98-9339-8F59292946B6}"/>
    <dgm:cxn modelId="{F60C8FD6-0471-4DB3-ACEE-B41285AA31A0}" srcId="{AF4D4054-B009-4D66-9A66-57446D59FC8B}" destId="{6F957995-614A-4628-A85E-C1EDD0DDDFC1}" srcOrd="1" destOrd="0" parTransId="{874BB9E6-5D44-40AF-B050-8A7A6E36166B}" sibTransId="{9D60BC8D-76F4-4FF9-AB46-392A21D6122D}"/>
    <dgm:cxn modelId="{405DD1F1-B55D-4085-9494-7742C7610090}" srcId="{7E87F36F-D46B-4717-A6F9-F247CEB19D72}" destId="{DF12C20B-279F-4C2A-BC8D-AD3C50466AD0}" srcOrd="0" destOrd="0" parTransId="{932B67A2-53E2-4DD6-88D3-D82F6C05EE93}" sibTransId="{5448C179-6EFC-4D37-998E-7AFF41C8FAD8}"/>
    <dgm:cxn modelId="{7BAB17F5-436F-403D-A878-45D778506D8F}" type="presOf" srcId="{D28C704D-AC0D-40FF-9DCE-B2DD5DBD704F}" destId="{1ED52DB6-A107-4801-9F87-610D2BF891E5}" srcOrd="0" destOrd="0" presId="urn:microsoft.com/office/officeart/2005/8/layout/process1"/>
    <dgm:cxn modelId="{09B720C1-E700-4E9F-B7DD-47B6EDB80E30}" type="presParOf" srcId="{7996B369-4AED-4502-81BB-264F51F31CB6}" destId="{1ED52DB6-A107-4801-9F87-610D2BF891E5}" srcOrd="0" destOrd="0" presId="urn:microsoft.com/office/officeart/2005/8/layout/process1"/>
    <dgm:cxn modelId="{14BEB3A8-5C18-42A9-990C-4B82E2218808}" type="presParOf" srcId="{7996B369-4AED-4502-81BB-264F51F31CB6}" destId="{0968C406-F42F-4204-929C-3221EEFB0E10}" srcOrd="1" destOrd="0" presId="urn:microsoft.com/office/officeart/2005/8/layout/process1"/>
    <dgm:cxn modelId="{1E2AD4FB-C3F2-46D8-BAB4-B66878434A0C}" type="presParOf" srcId="{0968C406-F42F-4204-929C-3221EEFB0E10}" destId="{69D0202F-D5E3-4AE5-A14D-2C3B68FB15C5}" srcOrd="0" destOrd="0" presId="urn:microsoft.com/office/officeart/2005/8/layout/process1"/>
    <dgm:cxn modelId="{7FA26069-9E88-4D6C-B135-2F7AFD4FF24C}" type="presParOf" srcId="{7996B369-4AED-4502-81BB-264F51F31CB6}" destId="{00AC9BFE-A14B-4823-A02C-E560B7D8050F}" srcOrd="2" destOrd="0" presId="urn:microsoft.com/office/officeart/2005/8/layout/process1"/>
    <dgm:cxn modelId="{0FAFEDF0-2A2D-4ACA-86E7-F610191567F7}" type="presParOf" srcId="{7996B369-4AED-4502-81BB-264F51F31CB6}" destId="{0B86DC30-39B0-4A00-9B60-86170DF02FC1}" srcOrd="3" destOrd="0" presId="urn:microsoft.com/office/officeart/2005/8/layout/process1"/>
    <dgm:cxn modelId="{D84BB4F5-F39E-4899-979E-08F1697D8257}" type="presParOf" srcId="{0B86DC30-39B0-4A00-9B60-86170DF02FC1}" destId="{5EC76F81-5F1D-421D-947B-6B91442C7A1A}" srcOrd="0" destOrd="0" presId="urn:microsoft.com/office/officeart/2005/8/layout/process1"/>
    <dgm:cxn modelId="{16ABB0A4-BFE3-4C2F-B550-02CCD680A960}" type="presParOf" srcId="{7996B369-4AED-4502-81BB-264F51F31CB6}" destId="{30E9C31D-F866-4FFD-A97F-930F84473672}" srcOrd="4" destOrd="0" presId="urn:microsoft.com/office/officeart/2005/8/layout/process1"/>
    <dgm:cxn modelId="{484BF4F1-86CE-4616-90FA-52E70F687056}" type="presParOf" srcId="{7996B369-4AED-4502-81BB-264F51F31CB6}" destId="{A3F3989C-5569-4104-8EBB-4832757B43B9}" srcOrd="5" destOrd="0" presId="urn:microsoft.com/office/officeart/2005/8/layout/process1"/>
    <dgm:cxn modelId="{B87E0D3B-F0DD-47A4-9A16-69ABB682496C}" type="presParOf" srcId="{A3F3989C-5569-4104-8EBB-4832757B43B9}" destId="{03A4C577-6F23-4575-8124-4FE9246A0291}" srcOrd="0" destOrd="0" presId="urn:microsoft.com/office/officeart/2005/8/layout/process1"/>
    <dgm:cxn modelId="{44197C8A-4F47-4DD5-B99F-5F38F07651C5}" type="presParOf" srcId="{7996B369-4AED-4502-81BB-264F51F31CB6}" destId="{7F9920D6-F022-42D5-956C-84296C113114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E63AD2D-16C8-4B26-B607-EBE5D2851C3A}" type="doc">
      <dgm:prSet loTypeId="urn:microsoft.com/office/officeart/2009/3/layout/HorizontalOrganizationChart" loCatId="hierarchy" qsTypeId="urn:microsoft.com/office/officeart/2005/8/quickstyle/simple5#2" qsCatId="simple" csTypeId="urn:microsoft.com/office/officeart/2005/8/colors/colorful1#2" csCatId="colorful" phldr="1"/>
      <dgm:spPr/>
      <dgm:t>
        <a:bodyPr/>
        <a:lstStyle/>
        <a:p>
          <a:endParaRPr lang="en-US"/>
        </a:p>
      </dgm:t>
    </dgm:pt>
    <dgm:pt modelId="{179A29A3-05CC-4F6E-9909-A23370166246}">
      <dgm:prSet phldrT="[Text]"/>
      <dgm:spPr/>
      <dgm:t>
        <a:bodyPr/>
        <a:lstStyle/>
        <a:p>
          <a:r>
            <a:rPr lang="en-US">
              <a:latin typeface="+mn-lt"/>
              <a:cs typeface="Times New Roman" panose="02020603050405020304" pitchFamily="18" charset="0"/>
            </a:rPr>
            <a:t>Marketing objectives</a:t>
          </a:r>
        </a:p>
      </dgm:t>
    </dgm:pt>
    <dgm:pt modelId="{3AE44EAA-3BE6-40A0-A5D1-19DC77B117BB}" type="parTrans" cxnId="{AB115182-ADA5-4335-B2F2-9376D26C7AC3}">
      <dgm:prSet/>
      <dgm:spPr/>
      <dgm:t>
        <a:bodyPr/>
        <a:lstStyle/>
        <a:p>
          <a:endParaRPr lang="en-US"/>
        </a:p>
      </dgm:t>
    </dgm:pt>
    <dgm:pt modelId="{071E8751-E1F0-4D2F-B614-9778C88B2898}" type="sibTrans" cxnId="{AB115182-ADA5-4335-B2F2-9376D26C7AC3}">
      <dgm:prSet/>
      <dgm:spPr/>
      <dgm:t>
        <a:bodyPr/>
        <a:lstStyle/>
        <a:p>
          <a:endParaRPr lang="en-US"/>
        </a:p>
      </dgm:t>
    </dgm:pt>
    <dgm:pt modelId="{46BA3245-55A8-446D-A53E-62AA44DD93D3}">
      <dgm:prSet phldrT="[Text]"/>
      <dgm:spPr/>
      <dgm:t>
        <a:bodyPr/>
        <a:lstStyle/>
        <a:p>
          <a:r>
            <a:rPr lang="en-US">
              <a:latin typeface="+mn-lt"/>
              <a:cs typeface="Times New Roman" panose="02020603050405020304" pitchFamily="18" charset="0"/>
            </a:rPr>
            <a:t>The marketing mix</a:t>
          </a:r>
          <a:endParaRPr lang="en-US" dirty="0">
            <a:latin typeface="+mn-lt"/>
            <a:cs typeface="Times New Roman" panose="02020603050405020304" pitchFamily="18" charset="0"/>
          </a:endParaRPr>
        </a:p>
      </dgm:t>
    </dgm:pt>
    <dgm:pt modelId="{B89C955B-50B0-40CF-B9EF-371C5AEB0048}" type="parTrans" cxnId="{1885DB1D-8EB5-45F2-B806-CF8B08FB6284}">
      <dgm:prSet/>
      <dgm:spPr/>
      <dgm:t>
        <a:bodyPr/>
        <a:lstStyle/>
        <a:p>
          <a:endParaRPr lang="en-US">
            <a:latin typeface="+mn-lt"/>
            <a:cs typeface="Times New Roman" panose="02020603050405020304" pitchFamily="18" charset="0"/>
          </a:endParaRPr>
        </a:p>
      </dgm:t>
    </dgm:pt>
    <dgm:pt modelId="{A538E5A8-9DAA-4B62-9AC9-CEBF6AA069D6}" type="sibTrans" cxnId="{1885DB1D-8EB5-45F2-B806-CF8B08FB6284}">
      <dgm:prSet/>
      <dgm:spPr/>
      <dgm:t>
        <a:bodyPr/>
        <a:lstStyle/>
        <a:p>
          <a:endParaRPr lang="en-US"/>
        </a:p>
      </dgm:t>
    </dgm:pt>
    <dgm:pt modelId="{098ED4E5-F1E7-4652-AD9B-66D9531A0ADC}">
      <dgm:prSet phldrT="[Text]"/>
      <dgm:spPr/>
      <dgm:t>
        <a:bodyPr/>
        <a:lstStyle/>
        <a:p>
          <a:r>
            <a:rPr lang="en-US">
              <a:latin typeface="+mn-lt"/>
              <a:cs typeface="Times New Roman" panose="02020603050405020304" pitchFamily="18" charset="0"/>
            </a:rPr>
            <a:t>Product </a:t>
          </a:r>
          <a:endParaRPr lang="en-US" dirty="0">
            <a:latin typeface="+mn-lt"/>
            <a:cs typeface="Times New Roman" panose="02020603050405020304" pitchFamily="18" charset="0"/>
          </a:endParaRPr>
        </a:p>
      </dgm:t>
    </dgm:pt>
    <dgm:pt modelId="{82FCB22D-F3E9-4AB2-A85E-D20F79CBDFA8}" type="parTrans" cxnId="{444792A2-7365-4E3E-A63D-7745A7B14B68}">
      <dgm:prSet/>
      <dgm:spPr/>
      <dgm:t>
        <a:bodyPr/>
        <a:lstStyle/>
        <a:p>
          <a:endParaRPr lang="en-US">
            <a:latin typeface="+mn-lt"/>
            <a:cs typeface="Times New Roman" panose="02020603050405020304" pitchFamily="18" charset="0"/>
          </a:endParaRPr>
        </a:p>
      </dgm:t>
    </dgm:pt>
    <dgm:pt modelId="{22A4CB22-E617-4B18-9675-AA39CC854599}" type="sibTrans" cxnId="{444792A2-7365-4E3E-A63D-7745A7B14B68}">
      <dgm:prSet/>
      <dgm:spPr/>
      <dgm:t>
        <a:bodyPr/>
        <a:lstStyle/>
        <a:p>
          <a:endParaRPr lang="en-US"/>
        </a:p>
      </dgm:t>
    </dgm:pt>
    <dgm:pt modelId="{CDD24DD8-3E0D-40C2-BA59-E3B2F0E1D8EE}">
      <dgm:prSet phldrT="[Text]"/>
      <dgm:spPr/>
      <dgm:t>
        <a:bodyPr/>
        <a:lstStyle/>
        <a:p>
          <a:r>
            <a:rPr lang="en-US">
              <a:latin typeface="+mn-lt"/>
              <a:cs typeface="Times New Roman" panose="02020603050405020304" pitchFamily="18" charset="0"/>
            </a:rPr>
            <a:t>Price </a:t>
          </a:r>
          <a:endParaRPr lang="en-US" dirty="0">
            <a:latin typeface="+mn-lt"/>
            <a:cs typeface="Times New Roman" panose="02020603050405020304" pitchFamily="18" charset="0"/>
          </a:endParaRPr>
        </a:p>
      </dgm:t>
    </dgm:pt>
    <dgm:pt modelId="{FA569AC5-FB5F-4201-8515-8D95A98420B9}" type="parTrans" cxnId="{FEF17A23-28D0-41EE-BAF3-D330178F7E3D}">
      <dgm:prSet/>
      <dgm:spPr/>
      <dgm:t>
        <a:bodyPr/>
        <a:lstStyle/>
        <a:p>
          <a:endParaRPr lang="en-US">
            <a:latin typeface="+mn-lt"/>
            <a:cs typeface="Times New Roman" panose="02020603050405020304" pitchFamily="18" charset="0"/>
          </a:endParaRPr>
        </a:p>
      </dgm:t>
    </dgm:pt>
    <dgm:pt modelId="{71EC4704-D342-4ED5-A994-16020A6B2786}" type="sibTrans" cxnId="{FEF17A23-28D0-41EE-BAF3-D330178F7E3D}">
      <dgm:prSet/>
      <dgm:spPr/>
      <dgm:t>
        <a:bodyPr/>
        <a:lstStyle/>
        <a:p>
          <a:endParaRPr lang="en-US"/>
        </a:p>
      </dgm:t>
    </dgm:pt>
    <dgm:pt modelId="{0A581137-E6B9-49CD-BE33-DC08B629E729}">
      <dgm:prSet phldrT="[Text]"/>
      <dgm:spPr/>
      <dgm:t>
        <a:bodyPr/>
        <a:lstStyle/>
        <a:p>
          <a:r>
            <a:rPr lang="en-US">
              <a:latin typeface="+mn-lt"/>
              <a:cs typeface="Times New Roman" panose="02020603050405020304" pitchFamily="18" charset="0"/>
            </a:rPr>
            <a:t>Communication  </a:t>
          </a:r>
          <a:endParaRPr lang="en-US" dirty="0">
            <a:latin typeface="+mn-lt"/>
            <a:cs typeface="Times New Roman" panose="02020603050405020304" pitchFamily="18" charset="0"/>
          </a:endParaRPr>
        </a:p>
      </dgm:t>
    </dgm:pt>
    <dgm:pt modelId="{CD005B81-7B24-4B00-A4D5-3073E31A3D3F}" type="parTrans" cxnId="{FA79C270-D1CA-4FB8-A141-39416FA3271A}">
      <dgm:prSet/>
      <dgm:spPr/>
      <dgm:t>
        <a:bodyPr/>
        <a:lstStyle/>
        <a:p>
          <a:endParaRPr lang="en-US">
            <a:latin typeface="+mn-lt"/>
            <a:cs typeface="Times New Roman" panose="02020603050405020304" pitchFamily="18" charset="0"/>
          </a:endParaRPr>
        </a:p>
      </dgm:t>
    </dgm:pt>
    <dgm:pt modelId="{9208B0AD-D526-46D5-8570-70DF6B71EBB5}" type="sibTrans" cxnId="{FA79C270-D1CA-4FB8-A141-39416FA3271A}">
      <dgm:prSet/>
      <dgm:spPr/>
      <dgm:t>
        <a:bodyPr/>
        <a:lstStyle/>
        <a:p>
          <a:endParaRPr lang="en-US"/>
        </a:p>
      </dgm:t>
    </dgm:pt>
    <dgm:pt modelId="{53DB23CD-B85D-40E6-ACE8-2B7476DD76FE}">
      <dgm:prSet phldrT="[Text]"/>
      <dgm:spPr/>
      <dgm:t>
        <a:bodyPr/>
        <a:lstStyle/>
        <a:p>
          <a:r>
            <a:rPr lang="en-US">
              <a:latin typeface="+mn-lt"/>
              <a:cs typeface="Times New Roman" panose="02020603050405020304" pitchFamily="18" charset="0"/>
            </a:rPr>
            <a:t>Place (distribution ) </a:t>
          </a:r>
          <a:endParaRPr lang="en-US" dirty="0">
            <a:latin typeface="+mn-lt"/>
            <a:cs typeface="Times New Roman" panose="02020603050405020304" pitchFamily="18" charset="0"/>
          </a:endParaRPr>
        </a:p>
      </dgm:t>
    </dgm:pt>
    <dgm:pt modelId="{3C38A0D7-6536-4770-9C90-3BDAC3BF9D3E}" type="parTrans" cxnId="{2B0897C2-8454-457A-A9F7-84F4974D8FA9}">
      <dgm:prSet/>
      <dgm:spPr/>
      <dgm:t>
        <a:bodyPr/>
        <a:lstStyle/>
        <a:p>
          <a:endParaRPr lang="en-US">
            <a:latin typeface="+mn-lt"/>
            <a:cs typeface="Times New Roman" panose="02020603050405020304" pitchFamily="18" charset="0"/>
          </a:endParaRPr>
        </a:p>
      </dgm:t>
    </dgm:pt>
    <dgm:pt modelId="{D92784B8-EAAC-4CE8-BF36-C92709FFF94F}" type="sibTrans" cxnId="{2B0897C2-8454-457A-A9F7-84F4974D8FA9}">
      <dgm:prSet/>
      <dgm:spPr/>
      <dgm:t>
        <a:bodyPr/>
        <a:lstStyle/>
        <a:p>
          <a:endParaRPr lang="en-US"/>
        </a:p>
      </dgm:t>
    </dgm:pt>
    <dgm:pt modelId="{69B42D68-0FAA-4296-96D8-9174AF00C3BE}">
      <dgm:prSet phldrT="[Text]"/>
      <dgm:spPr/>
      <dgm:t>
        <a:bodyPr/>
        <a:lstStyle/>
        <a:p>
          <a:r>
            <a:rPr lang="en-US" b="1">
              <a:latin typeface="+mn-lt"/>
              <a:cs typeface="Times New Roman" panose="02020603050405020304" pitchFamily="18" charset="0"/>
            </a:rPr>
            <a:t>Integrated marketing communications</a:t>
          </a:r>
        </a:p>
      </dgm:t>
    </dgm:pt>
    <dgm:pt modelId="{D5160E31-DD3B-4AC0-8231-50404379AA1B}" type="parTrans" cxnId="{C4A39140-3DC6-4AA2-9BC3-07ABFDE34263}">
      <dgm:prSet/>
      <dgm:spPr/>
      <dgm:t>
        <a:bodyPr/>
        <a:lstStyle/>
        <a:p>
          <a:endParaRPr lang="en-US">
            <a:latin typeface="+mn-lt"/>
            <a:cs typeface="Times New Roman" panose="02020603050405020304" pitchFamily="18" charset="0"/>
          </a:endParaRPr>
        </a:p>
      </dgm:t>
    </dgm:pt>
    <dgm:pt modelId="{6BCB6AE1-917F-4032-8123-E1B633B17B63}" type="sibTrans" cxnId="{C4A39140-3DC6-4AA2-9BC3-07ABFDE34263}">
      <dgm:prSet/>
      <dgm:spPr/>
      <dgm:t>
        <a:bodyPr/>
        <a:lstStyle/>
        <a:p>
          <a:endParaRPr lang="en-US"/>
        </a:p>
      </dgm:t>
    </dgm:pt>
    <dgm:pt modelId="{03CBCBC9-EAC5-4D1C-8206-5955A3D90989}">
      <dgm:prSet phldrT="[Text]"/>
      <dgm:spPr/>
      <dgm:t>
        <a:bodyPr/>
        <a:lstStyle/>
        <a:p>
          <a:r>
            <a:rPr lang="en-US" dirty="0">
              <a:latin typeface="+mn-lt"/>
              <a:cs typeface="Times New Roman" panose="02020603050405020304" pitchFamily="18" charset="0"/>
            </a:rPr>
            <a:t>Advertising </a:t>
          </a:r>
        </a:p>
      </dgm:t>
    </dgm:pt>
    <dgm:pt modelId="{75CB6DB8-0681-4199-95C4-BC56F9B052E4}" type="parTrans" cxnId="{4B8B9533-49F5-4131-BC7B-B8018E70E513}">
      <dgm:prSet/>
      <dgm:spPr/>
      <dgm:t>
        <a:bodyPr/>
        <a:lstStyle/>
        <a:p>
          <a:endParaRPr lang="en-US">
            <a:latin typeface="+mn-lt"/>
            <a:cs typeface="Times New Roman" panose="02020603050405020304" pitchFamily="18" charset="0"/>
          </a:endParaRPr>
        </a:p>
      </dgm:t>
    </dgm:pt>
    <dgm:pt modelId="{D91207C4-FB3F-40A6-8EC8-CBA9AA64DE28}" type="sibTrans" cxnId="{4B8B9533-49F5-4131-BC7B-B8018E70E513}">
      <dgm:prSet/>
      <dgm:spPr/>
      <dgm:t>
        <a:bodyPr/>
        <a:lstStyle/>
        <a:p>
          <a:endParaRPr lang="en-US"/>
        </a:p>
      </dgm:t>
    </dgm:pt>
    <dgm:pt modelId="{258A19FC-E20F-4098-A4F7-E4B3B4B2FF77}">
      <dgm:prSet phldrT="[Text]"/>
      <dgm:spPr/>
      <dgm:t>
        <a:bodyPr/>
        <a:lstStyle/>
        <a:p>
          <a:r>
            <a:rPr lang="en-US">
              <a:latin typeface="+mn-lt"/>
              <a:cs typeface="Times New Roman" panose="02020603050405020304" pitchFamily="18" charset="0"/>
            </a:rPr>
            <a:t>Public relations</a:t>
          </a:r>
          <a:endParaRPr lang="en-US" dirty="0">
            <a:latin typeface="+mn-lt"/>
            <a:cs typeface="Times New Roman" panose="02020603050405020304" pitchFamily="18" charset="0"/>
          </a:endParaRPr>
        </a:p>
      </dgm:t>
    </dgm:pt>
    <dgm:pt modelId="{1A4996CB-EE26-4A31-86A7-E647C193438D}" type="parTrans" cxnId="{D6489B8C-83E8-448A-B798-FF6A1DBA900B}">
      <dgm:prSet/>
      <dgm:spPr/>
      <dgm:t>
        <a:bodyPr/>
        <a:lstStyle/>
        <a:p>
          <a:endParaRPr lang="en-US">
            <a:latin typeface="+mn-lt"/>
            <a:cs typeface="Times New Roman" panose="02020603050405020304" pitchFamily="18" charset="0"/>
          </a:endParaRPr>
        </a:p>
      </dgm:t>
    </dgm:pt>
    <dgm:pt modelId="{46757990-243A-40BA-951B-61691C83222A}" type="sibTrans" cxnId="{D6489B8C-83E8-448A-B798-FF6A1DBA900B}">
      <dgm:prSet/>
      <dgm:spPr/>
      <dgm:t>
        <a:bodyPr/>
        <a:lstStyle/>
        <a:p>
          <a:endParaRPr lang="en-US"/>
        </a:p>
      </dgm:t>
    </dgm:pt>
    <dgm:pt modelId="{BA60ABC7-58EF-4B42-9746-3C41FAC6EA5E}">
      <dgm:prSet phldrT="[Text]"/>
      <dgm:spPr/>
      <dgm:t>
        <a:bodyPr/>
        <a:lstStyle/>
        <a:p>
          <a:r>
            <a:rPr lang="en-US">
              <a:latin typeface="+mn-lt"/>
              <a:cs typeface="Times New Roman" panose="02020603050405020304" pitchFamily="18" charset="0"/>
            </a:rPr>
            <a:t>Personal selling </a:t>
          </a:r>
          <a:endParaRPr lang="en-US" dirty="0">
            <a:latin typeface="+mn-lt"/>
            <a:cs typeface="Times New Roman" panose="02020603050405020304" pitchFamily="18" charset="0"/>
          </a:endParaRPr>
        </a:p>
      </dgm:t>
    </dgm:pt>
    <dgm:pt modelId="{D4E5A4B4-99FF-47C9-B356-6668FD3D1241}" type="parTrans" cxnId="{963D6484-521D-4857-BEEE-11D57E418CA2}">
      <dgm:prSet/>
      <dgm:spPr/>
      <dgm:t>
        <a:bodyPr/>
        <a:lstStyle/>
        <a:p>
          <a:endParaRPr lang="en-US">
            <a:latin typeface="+mn-lt"/>
            <a:cs typeface="Times New Roman" panose="02020603050405020304" pitchFamily="18" charset="0"/>
          </a:endParaRPr>
        </a:p>
      </dgm:t>
    </dgm:pt>
    <dgm:pt modelId="{953CFA2F-7F24-420B-A6F9-F5A6A8D4E6CA}" type="sibTrans" cxnId="{963D6484-521D-4857-BEEE-11D57E418CA2}">
      <dgm:prSet/>
      <dgm:spPr/>
      <dgm:t>
        <a:bodyPr/>
        <a:lstStyle/>
        <a:p>
          <a:endParaRPr lang="en-US"/>
        </a:p>
      </dgm:t>
    </dgm:pt>
    <dgm:pt modelId="{99CF7DEA-DD3B-4D0B-AF0C-B6B748582F22}">
      <dgm:prSet phldrT="[Text]"/>
      <dgm:spPr/>
      <dgm:t>
        <a:bodyPr/>
        <a:lstStyle/>
        <a:p>
          <a:r>
            <a:rPr lang="en-US" dirty="0">
              <a:latin typeface="+mn-lt"/>
              <a:cs typeface="Times New Roman" panose="02020603050405020304" pitchFamily="18" charset="0"/>
            </a:rPr>
            <a:t>Direct marketing</a:t>
          </a:r>
        </a:p>
      </dgm:t>
    </dgm:pt>
    <dgm:pt modelId="{77487512-C640-49F1-A4A5-8040BE01D6BC}" type="parTrans" cxnId="{55344D86-FA0D-467B-B0E3-68B7FB76FF1F}">
      <dgm:prSet/>
      <dgm:spPr/>
      <dgm:t>
        <a:bodyPr/>
        <a:lstStyle/>
        <a:p>
          <a:endParaRPr lang="en-US">
            <a:latin typeface="+mn-lt"/>
            <a:cs typeface="Times New Roman" panose="02020603050405020304" pitchFamily="18" charset="0"/>
          </a:endParaRPr>
        </a:p>
      </dgm:t>
    </dgm:pt>
    <dgm:pt modelId="{E644067C-6C20-4A21-B88D-540FA7C76F17}" type="sibTrans" cxnId="{55344D86-FA0D-467B-B0E3-68B7FB76FF1F}">
      <dgm:prSet/>
      <dgm:spPr/>
      <dgm:t>
        <a:bodyPr/>
        <a:lstStyle/>
        <a:p>
          <a:endParaRPr lang="en-US"/>
        </a:p>
      </dgm:t>
    </dgm:pt>
    <dgm:pt modelId="{255184E6-5D07-421E-AD27-B71F90058AF6}">
      <dgm:prSet phldrT="[Text]"/>
      <dgm:spPr/>
      <dgm:t>
        <a:bodyPr/>
        <a:lstStyle/>
        <a:p>
          <a:r>
            <a:rPr lang="en-US" dirty="0">
              <a:latin typeface="+mn-lt"/>
              <a:cs typeface="Times New Roman" panose="02020603050405020304" pitchFamily="18" charset="0"/>
            </a:rPr>
            <a:t>…… </a:t>
          </a:r>
        </a:p>
      </dgm:t>
    </dgm:pt>
    <dgm:pt modelId="{13FEF414-F01E-4F82-A44B-A1E345D06EE3}" type="parTrans" cxnId="{3017F7C1-052D-4650-B38E-1DB81180A8C6}">
      <dgm:prSet/>
      <dgm:spPr/>
      <dgm:t>
        <a:bodyPr/>
        <a:lstStyle/>
        <a:p>
          <a:endParaRPr lang="en-US"/>
        </a:p>
      </dgm:t>
    </dgm:pt>
    <dgm:pt modelId="{44A960AD-E0DE-4308-B7F5-C5FBEA1034A3}" type="sibTrans" cxnId="{3017F7C1-052D-4650-B38E-1DB81180A8C6}">
      <dgm:prSet/>
      <dgm:spPr/>
      <dgm:t>
        <a:bodyPr/>
        <a:lstStyle/>
        <a:p>
          <a:endParaRPr lang="en-US"/>
        </a:p>
      </dgm:t>
    </dgm:pt>
    <dgm:pt modelId="{95845B52-DF9C-40F6-A258-259A262BDCDE}">
      <dgm:prSet phldrT="[Text]"/>
      <dgm:spPr/>
      <dgm:t>
        <a:bodyPr/>
        <a:lstStyle/>
        <a:p>
          <a:r>
            <a:rPr lang="en-US" altLang="zh-CN" dirty="0">
              <a:latin typeface="+mn-lt"/>
              <a:cs typeface="Times New Roman" panose="02020603050405020304" pitchFamily="18" charset="0"/>
            </a:rPr>
            <a:t>Sales promotion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</a:p>
      </dgm:t>
    </dgm:pt>
    <dgm:pt modelId="{0F304E98-A9DE-48C9-88C4-7FEF11651A72}" type="parTrans" cxnId="{04059E66-B713-4553-B9F9-7FC0450B3782}">
      <dgm:prSet/>
      <dgm:spPr/>
      <dgm:t>
        <a:bodyPr/>
        <a:lstStyle/>
        <a:p>
          <a:endParaRPr lang="en-US"/>
        </a:p>
      </dgm:t>
    </dgm:pt>
    <dgm:pt modelId="{9E220CF7-A266-487A-8B5D-43D4B8C1BAF6}" type="sibTrans" cxnId="{04059E66-B713-4553-B9F9-7FC0450B3782}">
      <dgm:prSet/>
      <dgm:spPr/>
      <dgm:t>
        <a:bodyPr/>
        <a:lstStyle/>
        <a:p>
          <a:endParaRPr lang="en-US"/>
        </a:p>
      </dgm:t>
    </dgm:pt>
    <dgm:pt modelId="{952DD91D-D124-48CD-A2CF-DDE3D8703C2E}" type="pres">
      <dgm:prSet presAssocID="{3E63AD2D-16C8-4B26-B607-EBE5D2851C3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2983570-485B-4877-971A-2E43195664E0}" type="pres">
      <dgm:prSet presAssocID="{179A29A3-05CC-4F6E-9909-A23370166246}" presName="hierRoot1" presStyleCnt="0">
        <dgm:presLayoutVars>
          <dgm:hierBranch val="init"/>
        </dgm:presLayoutVars>
      </dgm:prSet>
      <dgm:spPr/>
    </dgm:pt>
    <dgm:pt modelId="{44893112-FCD0-443E-86C3-B174DD7A7B09}" type="pres">
      <dgm:prSet presAssocID="{179A29A3-05CC-4F6E-9909-A23370166246}" presName="rootComposite1" presStyleCnt="0"/>
      <dgm:spPr/>
    </dgm:pt>
    <dgm:pt modelId="{A05CE5CE-ACB0-4D04-AA07-24504C5AC235}" type="pres">
      <dgm:prSet presAssocID="{179A29A3-05CC-4F6E-9909-A23370166246}" presName="rootText1" presStyleLbl="node0" presStyleIdx="0" presStyleCnt="1">
        <dgm:presLayoutVars>
          <dgm:chPref val="3"/>
        </dgm:presLayoutVars>
      </dgm:prSet>
      <dgm:spPr/>
    </dgm:pt>
    <dgm:pt modelId="{1AD0BAC9-23F0-41C2-AF32-13008021FF15}" type="pres">
      <dgm:prSet presAssocID="{179A29A3-05CC-4F6E-9909-A23370166246}" presName="rootConnector1" presStyleLbl="node1" presStyleIdx="0" presStyleCnt="0"/>
      <dgm:spPr/>
    </dgm:pt>
    <dgm:pt modelId="{40E382FF-38CE-485D-A150-5945424E573B}" type="pres">
      <dgm:prSet presAssocID="{179A29A3-05CC-4F6E-9909-A23370166246}" presName="hierChild2" presStyleCnt="0"/>
      <dgm:spPr/>
    </dgm:pt>
    <dgm:pt modelId="{ABA38E71-2BCE-48D8-AAF8-1A88FB9E8294}" type="pres">
      <dgm:prSet presAssocID="{B89C955B-50B0-40CF-B9EF-371C5AEB0048}" presName="Name64" presStyleLbl="parChTrans1D2" presStyleIdx="0" presStyleCnt="1"/>
      <dgm:spPr/>
    </dgm:pt>
    <dgm:pt modelId="{99B2DFA2-0694-4FC6-BFB8-FA89FFF3B2D3}" type="pres">
      <dgm:prSet presAssocID="{46BA3245-55A8-446D-A53E-62AA44DD93D3}" presName="hierRoot2" presStyleCnt="0">
        <dgm:presLayoutVars>
          <dgm:hierBranch val="init"/>
        </dgm:presLayoutVars>
      </dgm:prSet>
      <dgm:spPr/>
    </dgm:pt>
    <dgm:pt modelId="{92A8D8B9-1FF3-41A0-A512-6C795F998AF8}" type="pres">
      <dgm:prSet presAssocID="{46BA3245-55A8-446D-A53E-62AA44DD93D3}" presName="rootComposite" presStyleCnt="0"/>
      <dgm:spPr/>
    </dgm:pt>
    <dgm:pt modelId="{DB4896AA-CF1C-4527-A349-683500F1996E}" type="pres">
      <dgm:prSet presAssocID="{46BA3245-55A8-446D-A53E-62AA44DD93D3}" presName="rootText" presStyleLbl="node2" presStyleIdx="0" presStyleCnt="1">
        <dgm:presLayoutVars>
          <dgm:chPref val="3"/>
        </dgm:presLayoutVars>
      </dgm:prSet>
      <dgm:spPr/>
    </dgm:pt>
    <dgm:pt modelId="{493CC6EE-7C2B-4B6A-AFB2-5B739351FD9C}" type="pres">
      <dgm:prSet presAssocID="{46BA3245-55A8-446D-A53E-62AA44DD93D3}" presName="rootConnector" presStyleLbl="node2" presStyleIdx="0" presStyleCnt="1"/>
      <dgm:spPr/>
    </dgm:pt>
    <dgm:pt modelId="{3935D2BF-2163-43F0-A043-F4752B17BA59}" type="pres">
      <dgm:prSet presAssocID="{46BA3245-55A8-446D-A53E-62AA44DD93D3}" presName="hierChild4" presStyleCnt="0"/>
      <dgm:spPr/>
    </dgm:pt>
    <dgm:pt modelId="{983EC620-1648-478E-B6A8-EC41FBF67C5C}" type="pres">
      <dgm:prSet presAssocID="{82FCB22D-F3E9-4AB2-A85E-D20F79CBDFA8}" presName="Name64" presStyleLbl="parChTrans1D3" presStyleIdx="0" presStyleCnt="4"/>
      <dgm:spPr/>
    </dgm:pt>
    <dgm:pt modelId="{6DCF236D-1F3C-49FE-BCF1-99DE80C0660A}" type="pres">
      <dgm:prSet presAssocID="{098ED4E5-F1E7-4652-AD9B-66D9531A0ADC}" presName="hierRoot2" presStyleCnt="0">
        <dgm:presLayoutVars>
          <dgm:hierBranch val="init"/>
        </dgm:presLayoutVars>
      </dgm:prSet>
      <dgm:spPr/>
    </dgm:pt>
    <dgm:pt modelId="{00959BFA-3935-4BD5-8E23-BB2915142958}" type="pres">
      <dgm:prSet presAssocID="{098ED4E5-F1E7-4652-AD9B-66D9531A0ADC}" presName="rootComposite" presStyleCnt="0"/>
      <dgm:spPr/>
    </dgm:pt>
    <dgm:pt modelId="{23B4AE15-0778-4081-8F8F-14D8F62E6BC9}" type="pres">
      <dgm:prSet presAssocID="{098ED4E5-F1E7-4652-AD9B-66D9531A0ADC}" presName="rootText" presStyleLbl="node3" presStyleIdx="0" presStyleCnt="4">
        <dgm:presLayoutVars>
          <dgm:chPref val="3"/>
        </dgm:presLayoutVars>
      </dgm:prSet>
      <dgm:spPr/>
    </dgm:pt>
    <dgm:pt modelId="{6211AA18-99C2-4A8C-A515-640AA9EB4A33}" type="pres">
      <dgm:prSet presAssocID="{098ED4E5-F1E7-4652-AD9B-66D9531A0ADC}" presName="rootConnector" presStyleLbl="node3" presStyleIdx="0" presStyleCnt="4"/>
      <dgm:spPr/>
    </dgm:pt>
    <dgm:pt modelId="{42584343-F7AA-4B65-BB79-12C5E4711353}" type="pres">
      <dgm:prSet presAssocID="{098ED4E5-F1E7-4652-AD9B-66D9531A0ADC}" presName="hierChild4" presStyleCnt="0"/>
      <dgm:spPr/>
    </dgm:pt>
    <dgm:pt modelId="{2AD8DD71-A26D-4E74-8DD8-2306944D275E}" type="pres">
      <dgm:prSet presAssocID="{098ED4E5-F1E7-4652-AD9B-66D9531A0ADC}" presName="hierChild5" presStyleCnt="0"/>
      <dgm:spPr/>
    </dgm:pt>
    <dgm:pt modelId="{93162C06-3A0D-4117-8254-412F45809146}" type="pres">
      <dgm:prSet presAssocID="{FA569AC5-FB5F-4201-8515-8D95A98420B9}" presName="Name64" presStyleLbl="parChTrans1D3" presStyleIdx="1" presStyleCnt="4"/>
      <dgm:spPr/>
    </dgm:pt>
    <dgm:pt modelId="{FB5162D8-6D97-41AB-AC7E-E5DB6FFADBE0}" type="pres">
      <dgm:prSet presAssocID="{CDD24DD8-3E0D-40C2-BA59-E3B2F0E1D8EE}" presName="hierRoot2" presStyleCnt="0">
        <dgm:presLayoutVars>
          <dgm:hierBranch val="init"/>
        </dgm:presLayoutVars>
      </dgm:prSet>
      <dgm:spPr/>
    </dgm:pt>
    <dgm:pt modelId="{9182AFC1-8DAC-4A2E-8E7A-7A5D5A3DD0B5}" type="pres">
      <dgm:prSet presAssocID="{CDD24DD8-3E0D-40C2-BA59-E3B2F0E1D8EE}" presName="rootComposite" presStyleCnt="0"/>
      <dgm:spPr/>
    </dgm:pt>
    <dgm:pt modelId="{53131F29-F928-4D3D-B2A5-9FE4BE827F47}" type="pres">
      <dgm:prSet presAssocID="{CDD24DD8-3E0D-40C2-BA59-E3B2F0E1D8EE}" presName="rootText" presStyleLbl="node3" presStyleIdx="1" presStyleCnt="4">
        <dgm:presLayoutVars>
          <dgm:chPref val="3"/>
        </dgm:presLayoutVars>
      </dgm:prSet>
      <dgm:spPr/>
    </dgm:pt>
    <dgm:pt modelId="{60D7B80C-B60D-4239-932A-D17BCA2086A3}" type="pres">
      <dgm:prSet presAssocID="{CDD24DD8-3E0D-40C2-BA59-E3B2F0E1D8EE}" presName="rootConnector" presStyleLbl="node3" presStyleIdx="1" presStyleCnt="4"/>
      <dgm:spPr/>
    </dgm:pt>
    <dgm:pt modelId="{CDADE615-B25A-42AD-A7D2-5423221A1FF8}" type="pres">
      <dgm:prSet presAssocID="{CDD24DD8-3E0D-40C2-BA59-E3B2F0E1D8EE}" presName="hierChild4" presStyleCnt="0"/>
      <dgm:spPr/>
    </dgm:pt>
    <dgm:pt modelId="{D63D21D3-B207-4C88-BBD3-4265E5000C6E}" type="pres">
      <dgm:prSet presAssocID="{CDD24DD8-3E0D-40C2-BA59-E3B2F0E1D8EE}" presName="hierChild5" presStyleCnt="0"/>
      <dgm:spPr/>
    </dgm:pt>
    <dgm:pt modelId="{62B979F1-20F1-4617-B0E7-B9E48DD7ADA3}" type="pres">
      <dgm:prSet presAssocID="{CD005B81-7B24-4B00-A4D5-3073E31A3D3F}" presName="Name64" presStyleLbl="parChTrans1D3" presStyleIdx="2" presStyleCnt="4"/>
      <dgm:spPr/>
    </dgm:pt>
    <dgm:pt modelId="{2DA62FB1-A0F5-480E-BC0E-47D05E65D140}" type="pres">
      <dgm:prSet presAssocID="{0A581137-E6B9-49CD-BE33-DC08B629E729}" presName="hierRoot2" presStyleCnt="0">
        <dgm:presLayoutVars>
          <dgm:hierBranch val="init"/>
        </dgm:presLayoutVars>
      </dgm:prSet>
      <dgm:spPr/>
    </dgm:pt>
    <dgm:pt modelId="{4DC29FE7-6E02-4C32-BD97-D907180E161B}" type="pres">
      <dgm:prSet presAssocID="{0A581137-E6B9-49CD-BE33-DC08B629E729}" presName="rootComposite" presStyleCnt="0"/>
      <dgm:spPr/>
    </dgm:pt>
    <dgm:pt modelId="{01F8CF37-B2FD-40E4-A03C-0C169771AAB2}" type="pres">
      <dgm:prSet presAssocID="{0A581137-E6B9-49CD-BE33-DC08B629E729}" presName="rootText" presStyleLbl="node3" presStyleIdx="2" presStyleCnt="4">
        <dgm:presLayoutVars>
          <dgm:chPref val="3"/>
        </dgm:presLayoutVars>
      </dgm:prSet>
      <dgm:spPr/>
    </dgm:pt>
    <dgm:pt modelId="{68208B37-E261-4E5C-97C3-482E5FCF6281}" type="pres">
      <dgm:prSet presAssocID="{0A581137-E6B9-49CD-BE33-DC08B629E729}" presName="rootConnector" presStyleLbl="node3" presStyleIdx="2" presStyleCnt="4"/>
      <dgm:spPr/>
    </dgm:pt>
    <dgm:pt modelId="{1F4E7649-427D-4409-91EC-E87E3A81DDD1}" type="pres">
      <dgm:prSet presAssocID="{0A581137-E6B9-49CD-BE33-DC08B629E729}" presName="hierChild4" presStyleCnt="0"/>
      <dgm:spPr/>
    </dgm:pt>
    <dgm:pt modelId="{218FB973-4D1C-4DB6-A4FC-9AAEAE46A13C}" type="pres">
      <dgm:prSet presAssocID="{D5160E31-DD3B-4AC0-8231-50404379AA1B}" presName="Name64" presStyleLbl="parChTrans1D4" presStyleIdx="0" presStyleCnt="7"/>
      <dgm:spPr/>
    </dgm:pt>
    <dgm:pt modelId="{A1C13550-4589-470F-8E15-97154C102FCF}" type="pres">
      <dgm:prSet presAssocID="{69B42D68-0FAA-4296-96D8-9174AF00C3BE}" presName="hierRoot2" presStyleCnt="0">
        <dgm:presLayoutVars>
          <dgm:hierBranch val="init"/>
        </dgm:presLayoutVars>
      </dgm:prSet>
      <dgm:spPr/>
    </dgm:pt>
    <dgm:pt modelId="{A0D14042-2C61-447F-B729-0BF0318CC1AC}" type="pres">
      <dgm:prSet presAssocID="{69B42D68-0FAA-4296-96D8-9174AF00C3BE}" presName="rootComposite" presStyleCnt="0"/>
      <dgm:spPr/>
    </dgm:pt>
    <dgm:pt modelId="{AE447505-B5CC-49A6-971C-160B5FBA00B4}" type="pres">
      <dgm:prSet presAssocID="{69B42D68-0FAA-4296-96D8-9174AF00C3BE}" presName="rootText" presStyleLbl="node4" presStyleIdx="0" presStyleCnt="7">
        <dgm:presLayoutVars>
          <dgm:chPref val="3"/>
        </dgm:presLayoutVars>
      </dgm:prSet>
      <dgm:spPr/>
    </dgm:pt>
    <dgm:pt modelId="{B335B74A-D0E0-4E6C-8A5C-A4070BC538B2}" type="pres">
      <dgm:prSet presAssocID="{69B42D68-0FAA-4296-96D8-9174AF00C3BE}" presName="rootConnector" presStyleLbl="node4" presStyleIdx="0" presStyleCnt="7"/>
      <dgm:spPr/>
    </dgm:pt>
    <dgm:pt modelId="{47A16856-9EA1-4038-B5EE-9C9EDCF13C9C}" type="pres">
      <dgm:prSet presAssocID="{69B42D68-0FAA-4296-96D8-9174AF00C3BE}" presName="hierChild4" presStyleCnt="0"/>
      <dgm:spPr/>
    </dgm:pt>
    <dgm:pt modelId="{3BDCBA4E-66C5-4CF2-90E5-A7FD4ABB1A29}" type="pres">
      <dgm:prSet presAssocID="{75CB6DB8-0681-4199-95C4-BC56F9B052E4}" presName="Name64" presStyleLbl="parChTrans1D4" presStyleIdx="1" presStyleCnt="7"/>
      <dgm:spPr/>
    </dgm:pt>
    <dgm:pt modelId="{2467CC55-A2E9-4B2E-B8F4-2CEC3EE2DA75}" type="pres">
      <dgm:prSet presAssocID="{03CBCBC9-EAC5-4D1C-8206-5955A3D90989}" presName="hierRoot2" presStyleCnt="0">
        <dgm:presLayoutVars>
          <dgm:hierBranch val="init"/>
        </dgm:presLayoutVars>
      </dgm:prSet>
      <dgm:spPr/>
    </dgm:pt>
    <dgm:pt modelId="{4BB1332E-D8EF-4485-8D62-0D1C5CE24B5B}" type="pres">
      <dgm:prSet presAssocID="{03CBCBC9-EAC5-4D1C-8206-5955A3D90989}" presName="rootComposite" presStyleCnt="0"/>
      <dgm:spPr/>
    </dgm:pt>
    <dgm:pt modelId="{0EC4C760-6C1A-4D9E-B9BC-88C5700CF919}" type="pres">
      <dgm:prSet presAssocID="{03CBCBC9-EAC5-4D1C-8206-5955A3D90989}" presName="rootText" presStyleLbl="node4" presStyleIdx="1" presStyleCnt="7">
        <dgm:presLayoutVars>
          <dgm:chPref val="3"/>
        </dgm:presLayoutVars>
      </dgm:prSet>
      <dgm:spPr/>
    </dgm:pt>
    <dgm:pt modelId="{85A0D4DE-7097-4508-8171-0AE58918EB60}" type="pres">
      <dgm:prSet presAssocID="{03CBCBC9-EAC5-4D1C-8206-5955A3D90989}" presName="rootConnector" presStyleLbl="node4" presStyleIdx="1" presStyleCnt="7"/>
      <dgm:spPr/>
    </dgm:pt>
    <dgm:pt modelId="{1D872418-F79E-440F-9C4A-3FB40C40945E}" type="pres">
      <dgm:prSet presAssocID="{03CBCBC9-EAC5-4D1C-8206-5955A3D90989}" presName="hierChild4" presStyleCnt="0"/>
      <dgm:spPr/>
    </dgm:pt>
    <dgm:pt modelId="{086064C7-34A4-4DD4-9330-F9F3584C6694}" type="pres">
      <dgm:prSet presAssocID="{03CBCBC9-EAC5-4D1C-8206-5955A3D90989}" presName="hierChild5" presStyleCnt="0"/>
      <dgm:spPr/>
    </dgm:pt>
    <dgm:pt modelId="{C225BD22-109D-4C66-BD20-33AEA839CAB5}" type="pres">
      <dgm:prSet presAssocID="{1A4996CB-EE26-4A31-86A7-E647C193438D}" presName="Name64" presStyleLbl="parChTrans1D4" presStyleIdx="2" presStyleCnt="7"/>
      <dgm:spPr/>
    </dgm:pt>
    <dgm:pt modelId="{0950BAC1-4339-4B99-ADB5-70E6A9885BC0}" type="pres">
      <dgm:prSet presAssocID="{258A19FC-E20F-4098-A4F7-E4B3B4B2FF77}" presName="hierRoot2" presStyleCnt="0">
        <dgm:presLayoutVars>
          <dgm:hierBranch val="init"/>
        </dgm:presLayoutVars>
      </dgm:prSet>
      <dgm:spPr/>
    </dgm:pt>
    <dgm:pt modelId="{C453E4E1-50C5-46C8-8132-4950BB8186DD}" type="pres">
      <dgm:prSet presAssocID="{258A19FC-E20F-4098-A4F7-E4B3B4B2FF77}" presName="rootComposite" presStyleCnt="0"/>
      <dgm:spPr/>
    </dgm:pt>
    <dgm:pt modelId="{C21AD8EC-EA7D-47B2-9C9F-0998280BD0F8}" type="pres">
      <dgm:prSet presAssocID="{258A19FC-E20F-4098-A4F7-E4B3B4B2FF77}" presName="rootText" presStyleLbl="node4" presStyleIdx="2" presStyleCnt="7">
        <dgm:presLayoutVars>
          <dgm:chPref val="3"/>
        </dgm:presLayoutVars>
      </dgm:prSet>
      <dgm:spPr/>
    </dgm:pt>
    <dgm:pt modelId="{7AA74037-5DAE-41AD-A18B-D7FB5C2B0B35}" type="pres">
      <dgm:prSet presAssocID="{258A19FC-E20F-4098-A4F7-E4B3B4B2FF77}" presName="rootConnector" presStyleLbl="node4" presStyleIdx="2" presStyleCnt="7"/>
      <dgm:spPr/>
    </dgm:pt>
    <dgm:pt modelId="{FBDB1FC7-0172-42CC-BA51-BBB224899515}" type="pres">
      <dgm:prSet presAssocID="{258A19FC-E20F-4098-A4F7-E4B3B4B2FF77}" presName="hierChild4" presStyleCnt="0"/>
      <dgm:spPr/>
    </dgm:pt>
    <dgm:pt modelId="{CA1FD765-8A36-4EC2-971F-AAEB881C17DD}" type="pres">
      <dgm:prSet presAssocID="{258A19FC-E20F-4098-A4F7-E4B3B4B2FF77}" presName="hierChild5" presStyleCnt="0"/>
      <dgm:spPr/>
    </dgm:pt>
    <dgm:pt modelId="{733CD79B-B2BA-486B-BE59-2251A15C5E9B}" type="pres">
      <dgm:prSet presAssocID="{D4E5A4B4-99FF-47C9-B356-6668FD3D1241}" presName="Name64" presStyleLbl="parChTrans1D4" presStyleIdx="3" presStyleCnt="7"/>
      <dgm:spPr/>
    </dgm:pt>
    <dgm:pt modelId="{FA9FDCB2-B578-4769-8B35-DC57AF19A966}" type="pres">
      <dgm:prSet presAssocID="{BA60ABC7-58EF-4B42-9746-3C41FAC6EA5E}" presName="hierRoot2" presStyleCnt="0">
        <dgm:presLayoutVars>
          <dgm:hierBranch val="init"/>
        </dgm:presLayoutVars>
      </dgm:prSet>
      <dgm:spPr/>
    </dgm:pt>
    <dgm:pt modelId="{FBF26B38-069E-4C88-B11D-419219EAEC9E}" type="pres">
      <dgm:prSet presAssocID="{BA60ABC7-58EF-4B42-9746-3C41FAC6EA5E}" presName="rootComposite" presStyleCnt="0"/>
      <dgm:spPr/>
    </dgm:pt>
    <dgm:pt modelId="{4C3697A2-1342-4FE0-9ABD-2296A0B34681}" type="pres">
      <dgm:prSet presAssocID="{BA60ABC7-58EF-4B42-9746-3C41FAC6EA5E}" presName="rootText" presStyleLbl="node4" presStyleIdx="3" presStyleCnt="7">
        <dgm:presLayoutVars>
          <dgm:chPref val="3"/>
        </dgm:presLayoutVars>
      </dgm:prSet>
      <dgm:spPr/>
    </dgm:pt>
    <dgm:pt modelId="{583348F7-6925-4346-8FD3-F40B8A2C329A}" type="pres">
      <dgm:prSet presAssocID="{BA60ABC7-58EF-4B42-9746-3C41FAC6EA5E}" presName="rootConnector" presStyleLbl="node4" presStyleIdx="3" presStyleCnt="7"/>
      <dgm:spPr/>
    </dgm:pt>
    <dgm:pt modelId="{0DFEA91B-852E-45D6-BE4D-2251D1B4AD93}" type="pres">
      <dgm:prSet presAssocID="{BA60ABC7-58EF-4B42-9746-3C41FAC6EA5E}" presName="hierChild4" presStyleCnt="0"/>
      <dgm:spPr/>
    </dgm:pt>
    <dgm:pt modelId="{BAC34D02-0289-4885-82BC-E693D4A1BD7B}" type="pres">
      <dgm:prSet presAssocID="{BA60ABC7-58EF-4B42-9746-3C41FAC6EA5E}" presName="hierChild5" presStyleCnt="0"/>
      <dgm:spPr/>
    </dgm:pt>
    <dgm:pt modelId="{54E3CC5F-2215-43B4-AD24-9D45B71EBFD6}" type="pres">
      <dgm:prSet presAssocID="{77487512-C640-49F1-A4A5-8040BE01D6BC}" presName="Name64" presStyleLbl="parChTrans1D4" presStyleIdx="4" presStyleCnt="7"/>
      <dgm:spPr/>
    </dgm:pt>
    <dgm:pt modelId="{A69AB20D-9BBB-401F-83AF-7B7688E5171B}" type="pres">
      <dgm:prSet presAssocID="{99CF7DEA-DD3B-4D0B-AF0C-B6B748582F22}" presName="hierRoot2" presStyleCnt="0">
        <dgm:presLayoutVars>
          <dgm:hierBranch val="init"/>
        </dgm:presLayoutVars>
      </dgm:prSet>
      <dgm:spPr/>
    </dgm:pt>
    <dgm:pt modelId="{E06890E4-D5A6-4012-9AB0-981CE7B62FAC}" type="pres">
      <dgm:prSet presAssocID="{99CF7DEA-DD3B-4D0B-AF0C-B6B748582F22}" presName="rootComposite" presStyleCnt="0"/>
      <dgm:spPr/>
    </dgm:pt>
    <dgm:pt modelId="{5474502D-E79C-4481-AC0D-FF68AC46C156}" type="pres">
      <dgm:prSet presAssocID="{99CF7DEA-DD3B-4D0B-AF0C-B6B748582F22}" presName="rootText" presStyleLbl="node4" presStyleIdx="4" presStyleCnt="7">
        <dgm:presLayoutVars>
          <dgm:chPref val="3"/>
        </dgm:presLayoutVars>
      </dgm:prSet>
      <dgm:spPr/>
    </dgm:pt>
    <dgm:pt modelId="{DDD8B15E-4BF0-4AFC-9DC9-3E29A8CDF591}" type="pres">
      <dgm:prSet presAssocID="{99CF7DEA-DD3B-4D0B-AF0C-B6B748582F22}" presName="rootConnector" presStyleLbl="node4" presStyleIdx="4" presStyleCnt="7"/>
      <dgm:spPr/>
    </dgm:pt>
    <dgm:pt modelId="{12311386-30F0-4FB1-860E-91376515A3DB}" type="pres">
      <dgm:prSet presAssocID="{99CF7DEA-DD3B-4D0B-AF0C-B6B748582F22}" presName="hierChild4" presStyleCnt="0"/>
      <dgm:spPr/>
    </dgm:pt>
    <dgm:pt modelId="{2F698EE0-F0B7-4C44-8373-00CC5A144ECA}" type="pres">
      <dgm:prSet presAssocID="{99CF7DEA-DD3B-4D0B-AF0C-B6B748582F22}" presName="hierChild5" presStyleCnt="0"/>
      <dgm:spPr/>
    </dgm:pt>
    <dgm:pt modelId="{0B085DBB-FBE1-446A-B278-6A83587BBB1A}" type="pres">
      <dgm:prSet presAssocID="{0F304E98-A9DE-48C9-88C4-7FEF11651A72}" presName="Name64" presStyleLbl="parChTrans1D4" presStyleIdx="5" presStyleCnt="7"/>
      <dgm:spPr/>
    </dgm:pt>
    <dgm:pt modelId="{8E83F98A-624C-4096-A2DC-C91C28DC3D2F}" type="pres">
      <dgm:prSet presAssocID="{95845B52-DF9C-40F6-A258-259A262BDCDE}" presName="hierRoot2" presStyleCnt="0">
        <dgm:presLayoutVars>
          <dgm:hierBranch val="init"/>
        </dgm:presLayoutVars>
      </dgm:prSet>
      <dgm:spPr/>
    </dgm:pt>
    <dgm:pt modelId="{3BDF150A-7268-4711-A98E-DB19A1DFD10C}" type="pres">
      <dgm:prSet presAssocID="{95845B52-DF9C-40F6-A258-259A262BDCDE}" presName="rootComposite" presStyleCnt="0"/>
      <dgm:spPr/>
    </dgm:pt>
    <dgm:pt modelId="{521A4941-5E55-419D-81E0-83B3EFFDC729}" type="pres">
      <dgm:prSet presAssocID="{95845B52-DF9C-40F6-A258-259A262BDCDE}" presName="rootText" presStyleLbl="node4" presStyleIdx="5" presStyleCnt="7">
        <dgm:presLayoutVars>
          <dgm:chPref val="3"/>
        </dgm:presLayoutVars>
      </dgm:prSet>
      <dgm:spPr/>
    </dgm:pt>
    <dgm:pt modelId="{F449301C-B65C-4AE0-8DC2-54F9C3C70BBD}" type="pres">
      <dgm:prSet presAssocID="{95845B52-DF9C-40F6-A258-259A262BDCDE}" presName="rootConnector" presStyleLbl="node4" presStyleIdx="5" presStyleCnt="7"/>
      <dgm:spPr/>
    </dgm:pt>
    <dgm:pt modelId="{D5F81A7B-0BC7-4386-A042-1393FDBCD1EF}" type="pres">
      <dgm:prSet presAssocID="{95845B52-DF9C-40F6-A258-259A262BDCDE}" presName="hierChild4" presStyleCnt="0"/>
      <dgm:spPr/>
    </dgm:pt>
    <dgm:pt modelId="{C80421B6-E689-4C28-BE91-D5FC439A5966}" type="pres">
      <dgm:prSet presAssocID="{95845B52-DF9C-40F6-A258-259A262BDCDE}" presName="hierChild5" presStyleCnt="0"/>
      <dgm:spPr/>
    </dgm:pt>
    <dgm:pt modelId="{F4C26A83-26FD-415D-8BF6-21A8A0D2521B}" type="pres">
      <dgm:prSet presAssocID="{13FEF414-F01E-4F82-A44B-A1E345D06EE3}" presName="Name64" presStyleLbl="parChTrans1D4" presStyleIdx="6" presStyleCnt="7"/>
      <dgm:spPr/>
    </dgm:pt>
    <dgm:pt modelId="{31C35FFC-DE57-43AA-A64E-4D6D6BDE690F}" type="pres">
      <dgm:prSet presAssocID="{255184E6-5D07-421E-AD27-B71F90058AF6}" presName="hierRoot2" presStyleCnt="0">
        <dgm:presLayoutVars>
          <dgm:hierBranch val="init"/>
        </dgm:presLayoutVars>
      </dgm:prSet>
      <dgm:spPr/>
    </dgm:pt>
    <dgm:pt modelId="{90F9209A-DF81-4473-9C46-2E0233B63B6E}" type="pres">
      <dgm:prSet presAssocID="{255184E6-5D07-421E-AD27-B71F90058AF6}" presName="rootComposite" presStyleCnt="0"/>
      <dgm:spPr/>
    </dgm:pt>
    <dgm:pt modelId="{49E56E9F-055B-4479-A4F0-678BE0887A52}" type="pres">
      <dgm:prSet presAssocID="{255184E6-5D07-421E-AD27-B71F90058AF6}" presName="rootText" presStyleLbl="node4" presStyleIdx="6" presStyleCnt="7">
        <dgm:presLayoutVars>
          <dgm:chPref val="3"/>
        </dgm:presLayoutVars>
      </dgm:prSet>
      <dgm:spPr/>
    </dgm:pt>
    <dgm:pt modelId="{4292B478-B0F8-45B2-99D9-7A1A5944FA08}" type="pres">
      <dgm:prSet presAssocID="{255184E6-5D07-421E-AD27-B71F90058AF6}" presName="rootConnector" presStyleLbl="node4" presStyleIdx="6" presStyleCnt="7"/>
      <dgm:spPr/>
    </dgm:pt>
    <dgm:pt modelId="{6C3BBEBC-7827-4043-A250-AE42FC0C63DA}" type="pres">
      <dgm:prSet presAssocID="{255184E6-5D07-421E-AD27-B71F90058AF6}" presName="hierChild4" presStyleCnt="0"/>
      <dgm:spPr/>
    </dgm:pt>
    <dgm:pt modelId="{A2751B7E-753F-476E-884D-F86DB77FD06A}" type="pres">
      <dgm:prSet presAssocID="{255184E6-5D07-421E-AD27-B71F90058AF6}" presName="hierChild5" presStyleCnt="0"/>
      <dgm:spPr/>
    </dgm:pt>
    <dgm:pt modelId="{579B3B7B-683A-4804-AD86-8375C257E26E}" type="pres">
      <dgm:prSet presAssocID="{69B42D68-0FAA-4296-96D8-9174AF00C3BE}" presName="hierChild5" presStyleCnt="0"/>
      <dgm:spPr/>
    </dgm:pt>
    <dgm:pt modelId="{943CB086-1762-471B-A81B-6E47E6510C02}" type="pres">
      <dgm:prSet presAssocID="{0A581137-E6B9-49CD-BE33-DC08B629E729}" presName="hierChild5" presStyleCnt="0"/>
      <dgm:spPr/>
    </dgm:pt>
    <dgm:pt modelId="{121FEAD0-0FA1-4BFF-8F06-54DF4ADE884F}" type="pres">
      <dgm:prSet presAssocID="{3C38A0D7-6536-4770-9C90-3BDAC3BF9D3E}" presName="Name64" presStyleLbl="parChTrans1D3" presStyleIdx="3" presStyleCnt="4"/>
      <dgm:spPr/>
    </dgm:pt>
    <dgm:pt modelId="{63F6EDD2-6C1F-49DA-A2DF-248CB40B9540}" type="pres">
      <dgm:prSet presAssocID="{53DB23CD-B85D-40E6-ACE8-2B7476DD76FE}" presName="hierRoot2" presStyleCnt="0">
        <dgm:presLayoutVars>
          <dgm:hierBranch val="init"/>
        </dgm:presLayoutVars>
      </dgm:prSet>
      <dgm:spPr/>
    </dgm:pt>
    <dgm:pt modelId="{28B9A003-6E87-4B5C-8810-A28452C44C76}" type="pres">
      <dgm:prSet presAssocID="{53DB23CD-B85D-40E6-ACE8-2B7476DD76FE}" presName="rootComposite" presStyleCnt="0"/>
      <dgm:spPr/>
    </dgm:pt>
    <dgm:pt modelId="{667D67F6-9FF5-43F1-B022-D788190B2D73}" type="pres">
      <dgm:prSet presAssocID="{53DB23CD-B85D-40E6-ACE8-2B7476DD76FE}" presName="rootText" presStyleLbl="node3" presStyleIdx="3" presStyleCnt="4">
        <dgm:presLayoutVars>
          <dgm:chPref val="3"/>
        </dgm:presLayoutVars>
      </dgm:prSet>
      <dgm:spPr/>
    </dgm:pt>
    <dgm:pt modelId="{D121A057-5F90-4807-BF40-D214EBD553C3}" type="pres">
      <dgm:prSet presAssocID="{53DB23CD-B85D-40E6-ACE8-2B7476DD76FE}" presName="rootConnector" presStyleLbl="node3" presStyleIdx="3" presStyleCnt="4"/>
      <dgm:spPr/>
    </dgm:pt>
    <dgm:pt modelId="{75860C48-B0C5-4F4B-BBC7-47009CC3C53D}" type="pres">
      <dgm:prSet presAssocID="{53DB23CD-B85D-40E6-ACE8-2B7476DD76FE}" presName="hierChild4" presStyleCnt="0"/>
      <dgm:spPr/>
    </dgm:pt>
    <dgm:pt modelId="{8FC99CBA-2F6B-4C9C-8956-2C8E793F126A}" type="pres">
      <dgm:prSet presAssocID="{53DB23CD-B85D-40E6-ACE8-2B7476DD76FE}" presName="hierChild5" presStyleCnt="0"/>
      <dgm:spPr/>
    </dgm:pt>
    <dgm:pt modelId="{94BFF963-A665-436A-A258-BC1C8F7E283D}" type="pres">
      <dgm:prSet presAssocID="{46BA3245-55A8-446D-A53E-62AA44DD93D3}" presName="hierChild5" presStyleCnt="0"/>
      <dgm:spPr/>
    </dgm:pt>
    <dgm:pt modelId="{F9687873-8286-4F1A-9066-A67D806F87D1}" type="pres">
      <dgm:prSet presAssocID="{179A29A3-05CC-4F6E-9909-A23370166246}" presName="hierChild3" presStyleCnt="0"/>
      <dgm:spPr/>
    </dgm:pt>
  </dgm:ptLst>
  <dgm:cxnLst>
    <dgm:cxn modelId="{1885DB1D-8EB5-45F2-B806-CF8B08FB6284}" srcId="{179A29A3-05CC-4F6E-9909-A23370166246}" destId="{46BA3245-55A8-446D-A53E-62AA44DD93D3}" srcOrd="0" destOrd="0" parTransId="{B89C955B-50B0-40CF-B9EF-371C5AEB0048}" sibTransId="{A538E5A8-9DAA-4B62-9AC9-CEBF6AA069D6}"/>
    <dgm:cxn modelId="{4E56101F-271B-4C95-ACFB-5EE2F95116D6}" type="presOf" srcId="{13FEF414-F01E-4F82-A44B-A1E345D06EE3}" destId="{F4C26A83-26FD-415D-8BF6-21A8A0D2521B}" srcOrd="0" destOrd="0" presId="urn:microsoft.com/office/officeart/2009/3/layout/HorizontalOrganizationChart"/>
    <dgm:cxn modelId="{8F95931F-AF58-47F8-B4E2-7A7BF09C51D8}" type="presOf" srcId="{69B42D68-0FAA-4296-96D8-9174AF00C3BE}" destId="{AE447505-B5CC-49A6-971C-160B5FBA00B4}" srcOrd="0" destOrd="0" presId="urn:microsoft.com/office/officeart/2009/3/layout/HorizontalOrganizationChart"/>
    <dgm:cxn modelId="{2B7A2B23-4F2F-4D0A-8379-5F8BBC2EE345}" type="presOf" srcId="{098ED4E5-F1E7-4652-AD9B-66D9531A0ADC}" destId="{6211AA18-99C2-4A8C-A515-640AA9EB4A33}" srcOrd="1" destOrd="0" presId="urn:microsoft.com/office/officeart/2009/3/layout/HorizontalOrganizationChart"/>
    <dgm:cxn modelId="{FEF17A23-28D0-41EE-BAF3-D330178F7E3D}" srcId="{46BA3245-55A8-446D-A53E-62AA44DD93D3}" destId="{CDD24DD8-3E0D-40C2-BA59-E3B2F0E1D8EE}" srcOrd="1" destOrd="0" parTransId="{FA569AC5-FB5F-4201-8515-8D95A98420B9}" sibTransId="{71EC4704-D342-4ED5-A994-16020A6B2786}"/>
    <dgm:cxn modelId="{E8D77F26-EAA2-45F6-BDA7-222218880923}" type="presOf" srcId="{77487512-C640-49F1-A4A5-8040BE01D6BC}" destId="{54E3CC5F-2215-43B4-AD24-9D45B71EBFD6}" srcOrd="0" destOrd="0" presId="urn:microsoft.com/office/officeart/2009/3/layout/HorizontalOrganizationChart"/>
    <dgm:cxn modelId="{4AEFD928-AD9F-418D-B432-78F7646D7220}" type="presOf" srcId="{D5160E31-DD3B-4AC0-8231-50404379AA1B}" destId="{218FB973-4D1C-4DB6-A4FC-9AAEAE46A13C}" srcOrd="0" destOrd="0" presId="urn:microsoft.com/office/officeart/2009/3/layout/HorizontalOrganizationChart"/>
    <dgm:cxn modelId="{C5DB072D-9B37-4DCA-A420-08681A39819D}" type="presOf" srcId="{FA569AC5-FB5F-4201-8515-8D95A98420B9}" destId="{93162C06-3A0D-4117-8254-412F45809146}" srcOrd="0" destOrd="0" presId="urn:microsoft.com/office/officeart/2009/3/layout/HorizontalOrganizationChart"/>
    <dgm:cxn modelId="{4B8B9533-49F5-4131-BC7B-B8018E70E513}" srcId="{69B42D68-0FAA-4296-96D8-9174AF00C3BE}" destId="{03CBCBC9-EAC5-4D1C-8206-5955A3D90989}" srcOrd="0" destOrd="0" parTransId="{75CB6DB8-0681-4199-95C4-BC56F9B052E4}" sibTransId="{D91207C4-FB3F-40A6-8EC8-CBA9AA64DE28}"/>
    <dgm:cxn modelId="{67606A34-C110-49F2-BBB5-6DA39CE5F051}" type="presOf" srcId="{255184E6-5D07-421E-AD27-B71F90058AF6}" destId="{4292B478-B0F8-45B2-99D9-7A1A5944FA08}" srcOrd="1" destOrd="0" presId="urn:microsoft.com/office/officeart/2009/3/layout/HorizontalOrganizationChart"/>
    <dgm:cxn modelId="{C4A39140-3DC6-4AA2-9BC3-07ABFDE34263}" srcId="{0A581137-E6B9-49CD-BE33-DC08B629E729}" destId="{69B42D68-0FAA-4296-96D8-9174AF00C3BE}" srcOrd="0" destOrd="0" parTransId="{D5160E31-DD3B-4AC0-8231-50404379AA1B}" sibTransId="{6BCB6AE1-917F-4032-8123-E1B633B17B63}"/>
    <dgm:cxn modelId="{FA11195E-5CBD-4547-94CC-605A22091326}" type="presOf" srcId="{03CBCBC9-EAC5-4D1C-8206-5955A3D90989}" destId="{85A0D4DE-7097-4508-8171-0AE58918EB60}" srcOrd="1" destOrd="0" presId="urn:microsoft.com/office/officeart/2009/3/layout/HorizontalOrganizationChart"/>
    <dgm:cxn modelId="{EB6FAB60-7BAC-4852-9719-BF3573A8A97F}" type="presOf" srcId="{B89C955B-50B0-40CF-B9EF-371C5AEB0048}" destId="{ABA38E71-2BCE-48D8-AAF8-1A88FB9E8294}" srcOrd="0" destOrd="0" presId="urn:microsoft.com/office/officeart/2009/3/layout/HorizontalOrganizationChart"/>
    <dgm:cxn modelId="{DDEA4B43-91A6-4FE8-89CD-C25994E18728}" type="presOf" srcId="{255184E6-5D07-421E-AD27-B71F90058AF6}" destId="{49E56E9F-055B-4479-A4F0-678BE0887A52}" srcOrd="0" destOrd="0" presId="urn:microsoft.com/office/officeart/2009/3/layout/HorizontalOrganizationChart"/>
    <dgm:cxn modelId="{E9677C63-DE1D-4421-BF13-116EC68C5D9D}" type="presOf" srcId="{82FCB22D-F3E9-4AB2-A85E-D20F79CBDFA8}" destId="{983EC620-1648-478E-B6A8-EC41FBF67C5C}" srcOrd="0" destOrd="0" presId="urn:microsoft.com/office/officeart/2009/3/layout/HorizontalOrganizationChart"/>
    <dgm:cxn modelId="{E9950544-079A-4BAC-85A5-1CD1C64C8945}" type="presOf" srcId="{75CB6DB8-0681-4199-95C4-BC56F9B052E4}" destId="{3BDCBA4E-66C5-4CF2-90E5-A7FD4ABB1A29}" srcOrd="0" destOrd="0" presId="urn:microsoft.com/office/officeart/2009/3/layout/HorizontalOrganizationChart"/>
    <dgm:cxn modelId="{5820FC65-ADC2-4A2F-A7D8-81F9BC934FCD}" type="presOf" srcId="{69B42D68-0FAA-4296-96D8-9174AF00C3BE}" destId="{B335B74A-D0E0-4E6C-8A5C-A4070BC538B2}" srcOrd="1" destOrd="0" presId="urn:microsoft.com/office/officeart/2009/3/layout/HorizontalOrganizationChart"/>
    <dgm:cxn modelId="{04059E66-B713-4553-B9F9-7FC0450B3782}" srcId="{69B42D68-0FAA-4296-96D8-9174AF00C3BE}" destId="{95845B52-DF9C-40F6-A258-259A262BDCDE}" srcOrd="4" destOrd="0" parTransId="{0F304E98-A9DE-48C9-88C4-7FEF11651A72}" sibTransId="{9E220CF7-A266-487A-8B5D-43D4B8C1BAF6}"/>
    <dgm:cxn modelId="{4FAAF767-2F13-4963-9D8A-4D8BE2551C9B}" type="presOf" srcId="{BA60ABC7-58EF-4B42-9746-3C41FAC6EA5E}" destId="{4C3697A2-1342-4FE0-9ABD-2296A0B34681}" srcOrd="0" destOrd="0" presId="urn:microsoft.com/office/officeart/2009/3/layout/HorizontalOrganizationChart"/>
    <dgm:cxn modelId="{6587B769-EBD6-4460-998A-10528298423B}" type="presOf" srcId="{BA60ABC7-58EF-4B42-9746-3C41FAC6EA5E}" destId="{583348F7-6925-4346-8FD3-F40B8A2C329A}" srcOrd="1" destOrd="0" presId="urn:microsoft.com/office/officeart/2009/3/layout/HorizontalOrganizationChart"/>
    <dgm:cxn modelId="{FA79C270-D1CA-4FB8-A141-39416FA3271A}" srcId="{46BA3245-55A8-446D-A53E-62AA44DD93D3}" destId="{0A581137-E6B9-49CD-BE33-DC08B629E729}" srcOrd="2" destOrd="0" parTransId="{CD005B81-7B24-4B00-A4D5-3073E31A3D3F}" sibTransId="{9208B0AD-D526-46D5-8570-70DF6B71EBB5}"/>
    <dgm:cxn modelId="{D04C5453-400D-4032-84F5-D6EC013E282B}" type="presOf" srcId="{179A29A3-05CC-4F6E-9909-A23370166246}" destId="{A05CE5CE-ACB0-4D04-AA07-24504C5AC235}" srcOrd="0" destOrd="0" presId="urn:microsoft.com/office/officeart/2009/3/layout/HorizontalOrganizationChart"/>
    <dgm:cxn modelId="{6DC38D53-9AE3-4642-991E-0197EA5229EA}" type="presOf" srcId="{95845B52-DF9C-40F6-A258-259A262BDCDE}" destId="{521A4941-5E55-419D-81E0-83B3EFFDC729}" srcOrd="0" destOrd="0" presId="urn:microsoft.com/office/officeart/2009/3/layout/HorizontalOrganizationChart"/>
    <dgm:cxn modelId="{67229474-C264-48FE-B45D-AB77B14CFB3D}" type="presOf" srcId="{95845B52-DF9C-40F6-A258-259A262BDCDE}" destId="{F449301C-B65C-4AE0-8DC2-54F9C3C70BBD}" srcOrd="1" destOrd="0" presId="urn:microsoft.com/office/officeart/2009/3/layout/HorizontalOrganizationChart"/>
    <dgm:cxn modelId="{C51D397C-0317-4B2C-ABD3-D96BB1326F38}" type="presOf" srcId="{46BA3245-55A8-446D-A53E-62AA44DD93D3}" destId="{DB4896AA-CF1C-4527-A349-683500F1996E}" srcOrd="0" destOrd="0" presId="urn:microsoft.com/office/officeart/2009/3/layout/HorizontalOrganizationChart"/>
    <dgm:cxn modelId="{50DBD67F-99BC-44E9-B25D-0085360FFBA8}" type="presOf" srcId="{CDD24DD8-3E0D-40C2-BA59-E3B2F0E1D8EE}" destId="{60D7B80C-B60D-4239-932A-D17BCA2086A3}" srcOrd="1" destOrd="0" presId="urn:microsoft.com/office/officeart/2009/3/layout/HorizontalOrganizationChart"/>
    <dgm:cxn modelId="{073B4082-C0D1-436F-A8E8-86750F98ECCC}" type="presOf" srcId="{098ED4E5-F1E7-4652-AD9B-66D9531A0ADC}" destId="{23B4AE15-0778-4081-8F8F-14D8F62E6BC9}" srcOrd="0" destOrd="0" presId="urn:microsoft.com/office/officeart/2009/3/layout/HorizontalOrganizationChart"/>
    <dgm:cxn modelId="{AB115182-ADA5-4335-B2F2-9376D26C7AC3}" srcId="{3E63AD2D-16C8-4B26-B607-EBE5D2851C3A}" destId="{179A29A3-05CC-4F6E-9909-A23370166246}" srcOrd="0" destOrd="0" parTransId="{3AE44EAA-3BE6-40A0-A5D1-19DC77B117BB}" sibTransId="{071E8751-E1F0-4D2F-B614-9778C88B2898}"/>
    <dgm:cxn modelId="{963D6484-521D-4857-BEEE-11D57E418CA2}" srcId="{69B42D68-0FAA-4296-96D8-9174AF00C3BE}" destId="{BA60ABC7-58EF-4B42-9746-3C41FAC6EA5E}" srcOrd="2" destOrd="0" parTransId="{D4E5A4B4-99FF-47C9-B356-6668FD3D1241}" sibTransId="{953CFA2F-7F24-420B-A6F9-F5A6A8D4E6CA}"/>
    <dgm:cxn modelId="{55344D86-FA0D-467B-B0E3-68B7FB76FF1F}" srcId="{69B42D68-0FAA-4296-96D8-9174AF00C3BE}" destId="{99CF7DEA-DD3B-4D0B-AF0C-B6B748582F22}" srcOrd="3" destOrd="0" parTransId="{77487512-C640-49F1-A4A5-8040BE01D6BC}" sibTransId="{E644067C-6C20-4A21-B88D-540FA7C76F17}"/>
    <dgm:cxn modelId="{A9009188-E168-4392-9581-8FF6B7FF3C83}" type="presOf" srcId="{CD005B81-7B24-4B00-A4D5-3073E31A3D3F}" destId="{62B979F1-20F1-4617-B0E7-B9E48DD7ADA3}" srcOrd="0" destOrd="0" presId="urn:microsoft.com/office/officeart/2009/3/layout/HorizontalOrganizationChart"/>
    <dgm:cxn modelId="{D6489B8C-83E8-448A-B798-FF6A1DBA900B}" srcId="{69B42D68-0FAA-4296-96D8-9174AF00C3BE}" destId="{258A19FC-E20F-4098-A4F7-E4B3B4B2FF77}" srcOrd="1" destOrd="0" parTransId="{1A4996CB-EE26-4A31-86A7-E647C193438D}" sibTransId="{46757990-243A-40BA-951B-61691C83222A}"/>
    <dgm:cxn modelId="{E542B58F-F812-4644-9FD1-A4BB90635CF9}" type="presOf" srcId="{0F304E98-A9DE-48C9-88C4-7FEF11651A72}" destId="{0B085DBB-FBE1-446A-B278-6A83587BBB1A}" srcOrd="0" destOrd="0" presId="urn:microsoft.com/office/officeart/2009/3/layout/HorizontalOrganizationChart"/>
    <dgm:cxn modelId="{B32E579B-1AEB-4D89-AAD8-4200EF13DD06}" type="presOf" srcId="{3E63AD2D-16C8-4B26-B607-EBE5D2851C3A}" destId="{952DD91D-D124-48CD-A2CF-DDE3D8703C2E}" srcOrd="0" destOrd="0" presId="urn:microsoft.com/office/officeart/2009/3/layout/HorizontalOrganizationChart"/>
    <dgm:cxn modelId="{444792A2-7365-4E3E-A63D-7745A7B14B68}" srcId="{46BA3245-55A8-446D-A53E-62AA44DD93D3}" destId="{098ED4E5-F1E7-4652-AD9B-66D9531A0ADC}" srcOrd="0" destOrd="0" parTransId="{82FCB22D-F3E9-4AB2-A85E-D20F79CBDFA8}" sibTransId="{22A4CB22-E617-4B18-9675-AA39CC854599}"/>
    <dgm:cxn modelId="{261E6EA3-48BE-4C6C-B85D-A2FE5875820C}" type="presOf" srcId="{1A4996CB-EE26-4A31-86A7-E647C193438D}" destId="{C225BD22-109D-4C66-BD20-33AEA839CAB5}" srcOrd="0" destOrd="0" presId="urn:microsoft.com/office/officeart/2009/3/layout/HorizontalOrganizationChart"/>
    <dgm:cxn modelId="{6EC835A5-1415-4BB1-9E40-B8F02F741CAA}" type="presOf" srcId="{0A581137-E6B9-49CD-BE33-DC08B629E729}" destId="{01F8CF37-B2FD-40E4-A03C-0C169771AAB2}" srcOrd="0" destOrd="0" presId="urn:microsoft.com/office/officeart/2009/3/layout/HorizontalOrganizationChart"/>
    <dgm:cxn modelId="{637D18A8-314D-4D93-8875-26C61BF9C827}" type="presOf" srcId="{03CBCBC9-EAC5-4D1C-8206-5955A3D90989}" destId="{0EC4C760-6C1A-4D9E-B9BC-88C5700CF919}" srcOrd="0" destOrd="0" presId="urn:microsoft.com/office/officeart/2009/3/layout/HorizontalOrganizationChart"/>
    <dgm:cxn modelId="{41948EB0-3301-4C41-A3C6-8C0BF8061AEF}" type="presOf" srcId="{258A19FC-E20F-4098-A4F7-E4B3B4B2FF77}" destId="{7AA74037-5DAE-41AD-A18B-D7FB5C2B0B35}" srcOrd="1" destOrd="0" presId="urn:microsoft.com/office/officeart/2009/3/layout/HorizontalOrganizationChart"/>
    <dgm:cxn modelId="{56A02EB1-B6AD-4ACD-90C0-EE633B719EA7}" type="presOf" srcId="{179A29A3-05CC-4F6E-9909-A23370166246}" destId="{1AD0BAC9-23F0-41C2-AF32-13008021FF15}" srcOrd="1" destOrd="0" presId="urn:microsoft.com/office/officeart/2009/3/layout/HorizontalOrganizationChart"/>
    <dgm:cxn modelId="{A32018BD-0147-493E-A6DF-230F73EF7E1B}" type="presOf" srcId="{53DB23CD-B85D-40E6-ACE8-2B7476DD76FE}" destId="{667D67F6-9FF5-43F1-B022-D788190B2D73}" srcOrd="0" destOrd="0" presId="urn:microsoft.com/office/officeart/2009/3/layout/HorizontalOrganizationChart"/>
    <dgm:cxn modelId="{3017F7C1-052D-4650-B38E-1DB81180A8C6}" srcId="{69B42D68-0FAA-4296-96D8-9174AF00C3BE}" destId="{255184E6-5D07-421E-AD27-B71F90058AF6}" srcOrd="5" destOrd="0" parTransId="{13FEF414-F01E-4F82-A44B-A1E345D06EE3}" sibTransId="{44A960AD-E0DE-4308-B7F5-C5FBEA1034A3}"/>
    <dgm:cxn modelId="{2B0897C2-8454-457A-A9F7-84F4974D8FA9}" srcId="{46BA3245-55A8-446D-A53E-62AA44DD93D3}" destId="{53DB23CD-B85D-40E6-ACE8-2B7476DD76FE}" srcOrd="3" destOrd="0" parTransId="{3C38A0D7-6536-4770-9C90-3BDAC3BF9D3E}" sibTransId="{D92784B8-EAAC-4CE8-BF36-C92709FFF94F}"/>
    <dgm:cxn modelId="{F3CE15C6-C89B-4014-B022-71325E6EB982}" type="presOf" srcId="{99CF7DEA-DD3B-4D0B-AF0C-B6B748582F22}" destId="{5474502D-E79C-4481-AC0D-FF68AC46C156}" srcOrd="0" destOrd="0" presId="urn:microsoft.com/office/officeart/2009/3/layout/HorizontalOrganizationChart"/>
    <dgm:cxn modelId="{FCE30AC8-EBAC-4502-ABB1-8902FBCB878B}" type="presOf" srcId="{53DB23CD-B85D-40E6-ACE8-2B7476DD76FE}" destId="{D121A057-5F90-4807-BF40-D214EBD553C3}" srcOrd="1" destOrd="0" presId="urn:microsoft.com/office/officeart/2009/3/layout/HorizontalOrganizationChart"/>
    <dgm:cxn modelId="{28D7AFCC-65EF-45E6-9962-50BEEB8B34CB}" type="presOf" srcId="{3C38A0D7-6536-4770-9C90-3BDAC3BF9D3E}" destId="{121FEAD0-0FA1-4BFF-8F06-54DF4ADE884F}" srcOrd="0" destOrd="0" presId="urn:microsoft.com/office/officeart/2009/3/layout/HorizontalOrganizationChart"/>
    <dgm:cxn modelId="{A5292BCD-CA19-44C7-9B01-3B3DA0953018}" type="presOf" srcId="{CDD24DD8-3E0D-40C2-BA59-E3B2F0E1D8EE}" destId="{53131F29-F928-4D3D-B2A5-9FE4BE827F47}" srcOrd="0" destOrd="0" presId="urn:microsoft.com/office/officeart/2009/3/layout/HorizontalOrganizationChart"/>
    <dgm:cxn modelId="{E31B7BE9-9E82-4CF9-89D3-13334F89E5D2}" type="presOf" srcId="{258A19FC-E20F-4098-A4F7-E4B3B4B2FF77}" destId="{C21AD8EC-EA7D-47B2-9C9F-0998280BD0F8}" srcOrd="0" destOrd="0" presId="urn:microsoft.com/office/officeart/2009/3/layout/HorizontalOrganizationChart"/>
    <dgm:cxn modelId="{7B6686F0-CF52-4844-8567-AF400C73D22F}" type="presOf" srcId="{0A581137-E6B9-49CD-BE33-DC08B629E729}" destId="{68208B37-E261-4E5C-97C3-482E5FCF6281}" srcOrd="1" destOrd="0" presId="urn:microsoft.com/office/officeart/2009/3/layout/HorizontalOrganizationChart"/>
    <dgm:cxn modelId="{E0A393F4-3585-4175-BA0D-D946C44B1E0D}" type="presOf" srcId="{46BA3245-55A8-446D-A53E-62AA44DD93D3}" destId="{493CC6EE-7C2B-4B6A-AFB2-5B739351FD9C}" srcOrd="1" destOrd="0" presId="urn:microsoft.com/office/officeart/2009/3/layout/HorizontalOrganizationChart"/>
    <dgm:cxn modelId="{041C57FC-3098-49D4-B48B-6829B7E703ED}" type="presOf" srcId="{D4E5A4B4-99FF-47C9-B356-6668FD3D1241}" destId="{733CD79B-B2BA-486B-BE59-2251A15C5E9B}" srcOrd="0" destOrd="0" presId="urn:microsoft.com/office/officeart/2009/3/layout/HorizontalOrganizationChart"/>
    <dgm:cxn modelId="{D03689FD-A414-4433-941E-40FC3AA612F9}" type="presOf" srcId="{99CF7DEA-DD3B-4D0B-AF0C-B6B748582F22}" destId="{DDD8B15E-4BF0-4AFC-9DC9-3E29A8CDF591}" srcOrd="1" destOrd="0" presId="urn:microsoft.com/office/officeart/2009/3/layout/HorizontalOrganizationChart"/>
    <dgm:cxn modelId="{4269748B-FEC8-49E9-880D-F3243A87827F}" type="presParOf" srcId="{952DD91D-D124-48CD-A2CF-DDE3D8703C2E}" destId="{B2983570-485B-4877-971A-2E43195664E0}" srcOrd="0" destOrd="0" presId="urn:microsoft.com/office/officeart/2009/3/layout/HorizontalOrganizationChart"/>
    <dgm:cxn modelId="{2A5FDDE7-1466-4FB0-904C-C9245C13EFE0}" type="presParOf" srcId="{B2983570-485B-4877-971A-2E43195664E0}" destId="{44893112-FCD0-443E-86C3-B174DD7A7B09}" srcOrd="0" destOrd="0" presId="urn:microsoft.com/office/officeart/2009/3/layout/HorizontalOrganizationChart"/>
    <dgm:cxn modelId="{DFF9FCF7-8A7F-476F-A556-97674FDDA2D8}" type="presParOf" srcId="{44893112-FCD0-443E-86C3-B174DD7A7B09}" destId="{A05CE5CE-ACB0-4D04-AA07-24504C5AC235}" srcOrd="0" destOrd="0" presId="urn:microsoft.com/office/officeart/2009/3/layout/HorizontalOrganizationChart"/>
    <dgm:cxn modelId="{E5A51A13-D32E-49A1-AC19-F3F8AACF1DE6}" type="presParOf" srcId="{44893112-FCD0-443E-86C3-B174DD7A7B09}" destId="{1AD0BAC9-23F0-41C2-AF32-13008021FF15}" srcOrd="1" destOrd="0" presId="urn:microsoft.com/office/officeart/2009/3/layout/HorizontalOrganizationChart"/>
    <dgm:cxn modelId="{70DA3142-19A2-4E25-9936-12EBF33AFDDE}" type="presParOf" srcId="{B2983570-485B-4877-971A-2E43195664E0}" destId="{40E382FF-38CE-485D-A150-5945424E573B}" srcOrd="1" destOrd="0" presId="urn:microsoft.com/office/officeart/2009/3/layout/HorizontalOrganizationChart"/>
    <dgm:cxn modelId="{A05AC9C7-1D5E-410B-90F2-FB4621CC6384}" type="presParOf" srcId="{40E382FF-38CE-485D-A150-5945424E573B}" destId="{ABA38E71-2BCE-48D8-AAF8-1A88FB9E8294}" srcOrd="0" destOrd="0" presId="urn:microsoft.com/office/officeart/2009/3/layout/HorizontalOrganizationChart"/>
    <dgm:cxn modelId="{893C3EA2-C08A-4ABE-B7BE-3058088C8B95}" type="presParOf" srcId="{40E382FF-38CE-485D-A150-5945424E573B}" destId="{99B2DFA2-0694-4FC6-BFB8-FA89FFF3B2D3}" srcOrd="1" destOrd="0" presId="urn:microsoft.com/office/officeart/2009/3/layout/HorizontalOrganizationChart"/>
    <dgm:cxn modelId="{6BC8BDA6-DBDA-44E2-8B38-F5B942307F85}" type="presParOf" srcId="{99B2DFA2-0694-4FC6-BFB8-FA89FFF3B2D3}" destId="{92A8D8B9-1FF3-41A0-A512-6C795F998AF8}" srcOrd="0" destOrd="0" presId="urn:microsoft.com/office/officeart/2009/3/layout/HorizontalOrganizationChart"/>
    <dgm:cxn modelId="{22F90565-D338-4C38-92C4-777025D2E9D0}" type="presParOf" srcId="{92A8D8B9-1FF3-41A0-A512-6C795F998AF8}" destId="{DB4896AA-CF1C-4527-A349-683500F1996E}" srcOrd="0" destOrd="0" presId="urn:microsoft.com/office/officeart/2009/3/layout/HorizontalOrganizationChart"/>
    <dgm:cxn modelId="{94012870-4170-4EC9-8B24-62F2239172E8}" type="presParOf" srcId="{92A8D8B9-1FF3-41A0-A512-6C795F998AF8}" destId="{493CC6EE-7C2B-4B6A-AFB2-5B739351FD9C}" srcOrd="1" destOrd="0" presId="urn:microsoft.com/office/officeart/2009/3/layout/HorizontalOrganizationChart"/>
    <dgm:cxn modelId="{F4F57D04-3B3E-4B23-B726-4BDC5F70E647}" type="presParOf" srcId="{99B2DFA2-0694-4FC6-BFB8-FA89FFF3B2D3}" destId="{3935D2BF-2163-43F0-A043-F4752B17BA59}" srcOrd="1" destOrd="0" presId="urn:microsoft.com/office/officeart/2009/3/layout/HorizontalOrganizationChart"/>
    <dgm:cxn modelId="{D3D5B2E6-7E4F-40B3-BC5D-DB856184F1B6}" type="presParOf" srcId="{3935D2BF-2163-43F0-A043-F4752B17BA59}" destId="{983EC620-1648-478E-B6A8-EC41FBF67C5C}" srcOrd="0" destOrd="0" presId="urn:microsoft.com/office/officeart/2009/3/layout/HorizontalOrganizationChart"/>
    <dgm:cxn modelId="{DCCCA594-3809-4DCA-9AB7-3B6E116E8953}" type="presParOf" srcId="{3935D2BF-2163-43F0-A043-F4752B17BA59}" destId="{6DCF236D-1F3C-49FE-BCF1-99DE80C0660A}" srcOrd="1" destOrd="0" presId="urn:microsoft.com/office/officeart/2009/3/layout/HorizontalOrganizationChart"/>
    <dgm:cxn modelId="{D161A3C9-6F13-44BC-AAC8-317F8789A1D4}" type="presParOf" srcId="{6DCF236D-1F3C-49FE-BCF1-99DE80C0660A}" destId="{00959BFA-3935-4BD5-8E23-BB2915142958}" srcOrd="0" destOrd="0" presId="urn:microsoft.com/office/officeart/2009/3/layout/HorizontalOrganizationChart"/>
    <dgm:cxn modelId="{340E72C3-87E3-4C53-AEDF-83E4005E0C66}" type="presParOf" srcId="{00959BFA-3935-4BD5-8E23-BB2915142958}" destId="{23B4AE15-0778-4081-8F8F-14D8F62E6BC9}" srcOrd="0" destOrd="0" presId="urn:microsoft.com/office/officeart/2009/3/layout/HorizontalOrganizationChart"/>
    <dgm:cxn modelId="{CA32BB00-6137-455E-8651-7B87B6065850}" type="presParOf" srcId="{00959BFA-3935-4BD5-8E23-BB2915142958}" destId="{6211AA18-99C2-4A8C-A515-640AA9EB4A33}" srcOrd="1" destOrd="0" presId="urn:microsoft.com/office/officeart/2009/3/layout/HorizontalOrganizationChart"/>
    <dgm:cxn modelId="{7A0B796E-B995-4CD8-B88A-E13542691E8F}" type="presParOf" srcId="{6DCF236D-1F3C-49FE-BCF1-99DE80C0660A}" destId="{42584343-F7AA-4B65-BB79-12C5E4711353}" srcOrd="1" destOrd="0" presId="urn:microsoft.com/office/officeart/2009/3/layout/HorizontalOrganizationChart"/>
    <dgm:cxn modelId="{298FA299-4310-46FF-B09A-052B3A0D8331}" type="presParOf" srcId="{6DCF236D-1F3C-49FE-BCF1-99DE80C0660A}" destId="{2AD8DD71-A26D-4E74-8DD8-2306944D275E}" srcOrd="2" destOrd="0" presId="urn:microsoft.com/office/officeart/2009/3/layout/HorizontalOrganizationChart"/>
    <dgm:cxn modelId="{6BAF2663-2198-4406-BB31-7AAEF742CB77}" type="presParOf" srcId="{3935D2BF-2163-43F0-A043-F4752B17BA59}" destId="{93162C06-3A0D-4117-8254-412F45809146}" srcOrd="2" destOrd="0" presId="urn:microsoft.com/office/officeart/2009/3/layout/HorizontalOrganizationChart"/>
    <dgm:cxn modelId="{0B8ED526-8A34-46EA-8195-310C4227E5EE}" type="presParOf" srcId="{3935D2BF-2163-43F0-A043-F4752B17BA59}" destId="{FB5162D8-6D97-41AB-AC7E-E5DB6FFADBE0}" srcOrd="3" destOrd="0" presId="urn:microsoft.com/office/officeart/2009/3/layout/HorizontalOrganizationChart"/>
    <dgm:cxn modelId="{3844B750-D3CD-4186-AB73-34D8364BC8FD}" type="presParOf" srcId="{FB5162D8-6D97-41AB-AC7E-E5DB6FFADBE0}" destId="{9182AFC1-8DAC-4A2E-8E7A-7A5D5A3DD0B5}" srcOrd="0" destOrd="0" presId="urn:microsoft.com/office/officeart/2009/3/layout/HorizontalOrganizationChart"/>
    <dgm:cxn modelId="{46CA939E-BC1C-4B21-8C71-B0418E52274E}" type="presParOf" srcId="{9182AFC1-8DAC-4A2E-8E7A-7A5D5A3DD0B5}" destId="{53131F29-F928-4D3D-B2A5-9FE4BE827F47}" srcOrd="0" destOrd="0" presId="urn:microsoft.com/office/officeart/2009/3/layout/HorizontalOrganizationChart"/>
    <dgm:cxn modelId="{A9197D1D-F425-4AAF-B301-8D3AC3244F0A}" type="presParOf" srcId="{9182AFC1-8DAC-4A2E-8E7A-7A5D5A3DD0B5}" destId="{60D7B80C-B60D-4239-932A-D17BCA2086A3}" srcOrd="1" destOrd="0" presId="urn:microsoft.com/office/officeart/2009/3/layout/HorizontalOrganizationChart"/>
    <dgm:cxn modelId="{70422A52-318E-4DF1-8B67-053B25391A43}" type="presParOf" srcId="{FB5162D8-6D97-41AB-AC7E-E5DB6FFADBE0}" destId="{CDADE615-B25A-42AD-A7D2-5423221A1FF8}" srcOrd="1" destOrd="0" presId="urn:microsoft.com/office/officeart/2009/3/layout/HorizontalOrganizationChart"/>
    <dgm:cxn modelId="{7D79FD42-FD08-443D-90D8-667E323406F8}" type="presParOf" srcId="{FB5162D8-6D97-41AB-AC7E-E5DB6FFADBE0}" destId="{D63D21D3-B207-4C88-BBD3-4265E5000C6E}" srcOrd="2" destOrd="0" presId="urn:microsoft.com/office/officeart/2009/3/layout/HorizontalOrganizationChart"/>
    <dgm:cxn modelId="{BB347405-7292-4632-8EF9-709BD6B542E6}" type="presParOf" srcId="{3935D2BF-2163-43F0-A043-F4752B17BA59}" destId="{62B979F1-20F1-4617-B0E7-B9E48DD7ADA3}" srcOrd="4" destOrd="0" presId="urn:microsoft.com/office/officeart/2009/3/layout/HorizontalOrganizationChart"/>
    <dgm:cxn modelId="{8569331D-5387-4E89-8C40-986DFA280BAC}" type="presParOf" srcId="{3935D2BF-2163-43F0-A043-F4752B17BA59}" destId="{2DA62FB1-A0F5-480E-BC0E-47D05E65D140}" srcOrd="5" destOrd="0" presId="urn:microsoft.com/office/officeart/2009/3/layout/HorizontalOrganizationChart"/>
    <dgm:cxn modelId="{D4F7306E-08B3-439F-9B55-B581BD989DBB}" type="presParOf" srcId="{2DA62FB1-A0F5-480E-BC0E-47D05E65D140}" destId="{4DC29FE7-6E02-4C32-BD97-D907180E161B}" srcOrd="0" destOrd="0" presId="urn:microsoft.com/office/officeart/2009/3/layout/HorizontalOrganizationChart"/>
    <dgm:cxn modelId="{554BAA36-BC08-47E3-9757-FF6B937E59D1}" type="presParOf" srcId="{4DC29FE7-6E02-4C32-BD97-D907180E161B}" destId="{01F8CF37-B2FD-40E4-A03C-0C169771AAB2}" srcOrd="0" destOrd="0" presId="urn:microsoft.com/office/officeart/2009/3/layout/HorizontalOrganizationChart"/>
    <dgm:cxn modelId="{32ED8E72-F1DC-4883-B486-D78F247FEF3B}" type="presParOf" srcId="{4DC29FE7-6E02-4C32-BD97-D907180E161B}" destId="{68208B37-E261-4E5C-97C3-482E5FCF6281}" srcOrd="1" destOrd="0" presId="urn:microsoft.com/office/officeart/2009/3/layout/HorizontalOrganizationChart"/>
    <dgm:cxn modelId="{08D62E7B-2902-4762-A38B-8C2020E28898}" type="presParOf" srcId="{2DA62FB1-A0F5-480E-BC0E-47D05E65D140}" destId="{1F4E7649-427D-4409-91EC-E87E3A81DDD1}" srcOrd="1" destOrd="0" presId="urn:microsoft.com/office/officeart/2009/3/layout/HorizontalOrganizationChart"/>
    <dgm:cxn modelId="{3B014C65-A3EE-40DE-A4BB-67C7E8E919BF}" type="presParOf" srcId="{1F4E7649-427D-4409-91EC-E87E3A81DDD1}" destId="{218FB973-4D1C-4DB6-A4FC-9AAEAE46A13C}" srcOrd="0" destOrd="0" presId="urn:microsoft.com/office/officeart/2009/3/layout/HorizontalOrganizationChart"/>
    <dgm:cxn modelId="{19E74A87-5CEC-451C-9CB3-C4C01E5C12D9}" type="presParOf" srcId="{1F4E7649-427D-4409-91EC-E87E3A81DDD1}" destId="{A1C13550-4589-470F-8E15-97154C102FCF}" srcOrd="1" destOrd="0" presId="urn:microsoft.com/office/officeart/2009/3/layout/HorizontalOrganizationChart"/>
    <dgm:cxn modelId="{F6EF005C-9034-4AB0-85F3-122E06046BD7}" type="presParOf" srcId="{A1C13550-4589-470F-8E15-97154C102FCF}" destId="{A0D14042-2C61-447F-B729-0BF0318CC1AC}" srcOrd="0" destOrd="0" presId="urn:microsoft.com/office/officeart/2009/3/layout/HorizontalOrganizationChart"/>
    <dgm:cxn modelId="{A2505910-315F-4FC2-9E1F-1F816ED31F3A}" type="presParOf" srcId="{A0D14042-2C61-447F-B729-0BF0318CC1AC}" destId="{AE447505-B5CC-49A6-971C-160B5FBA00B4}" srcOrd="0" destOrd="0" presId="urn:microsoft.com/office/officeart/2009/3/layout/HorizontalOrganizationChart"/>
    <dgm:cxn modelId="{6C857954-F265-4FAE-9F35-681955718C1C}" type="presParOf" srcId="{A0D14042-2C61-447F-B729-0BF0318CC1AC}" destId="{B335B74A-D0E0-4E6C-8A5C-A4070BC538B2}" srcOrd="1" destOrd="0" presId="urn:microsoft.com/office/officeart/2009/3/layout/HorizontalOrganizationChart"/>
    <dgm:cxn modelId="{CC34B84C-8E1A-43AD-AE59-6F1FC17F0D43}" type="presParOf" srcId="{A1C13550-4589-470F-8E15-97154C102FCF}" destId="{47A16856-9EA1-4038-B5EE-9C9EDCF13C9C}" srcOrd="1" destOrd="0" presId="urn:microsoft.com/office/officeart/2009/3/layout/HorizontalOrganizationChart"/>
    <dgm:cxn modelId="{E61BADDF-CCCD-4457-9B14-0F748CB5BA91}" type="presParOf" srcId="{47A16856-9EA1-4038-B5EE-9C9EDCF13C9C}" destId="{3BDCBA4E-66C5-4CF2-90E5-A7FD4ABB1A29}" srcOrd="0" destOrd="0" presId="urn:microsoft.com/office/officeart/2009/3/layout/HorizontalOrganizationChart"/>
    <dgm:cxn modelId="{984E2AF9-4C23-4E9A-A3BA-D2039DB30D46}" type="presParOf" srcId="{47A16856-9EA1-4038-B5EE-9C9EDCF13C9C}" destId="{2467CC55-A2E9-4B2E-B8F4-2CEC3EE2DA75}" srcOrd="1" destOrd="0" presId="urn:microsoft.com/office/officeart/2009/3/layout/HorizontalOrganizationChart"/>
    <dgm:cxn modelId="{85921489-564B-441A-A41E-B77E69970E90}" type="presParOf" srcId="{2467CC55-A2E9-4B2E-B8F4-2CEC3EE2DA75}" destId="{4BB1332E-D8EF-4485-8D62-0D1C5CE24B5B}" srcOrd="0" destOrd="0" presId="urn:microsoft.com/office/officeart/2009/3/layout/HorizontalOrganizationChart"/>
    <dgm:cxn modelId="{BB5F2069-5A22-4E6E-BE68-9D480DCA2539}" type="presParOf" srcId="{4BB1332E-D8EF-4485-8D62-0D1C5CE24B5B}" destId="{0EC4C760-6C1A-4D9E-B9BC-88C5700CF919}" srcOrd="0" destOrd="0" presId="urn:microsoft.com/office/officeart/2009/3/layout/HorizontalOrganizationChart"/>
    <dgm:cxn modelId="{944C7295-6B55-4CED-874D-DA98A990A655}" type="presParOf" srcId="{4BB1332E-D8EF-4485-8D62-0D1C5CE24B5B}" destId="{85A0D4DE-7097-4508-8171-0AE58918EB60}" srcOrd="1" destOrd="0" presId="urn:microsoft.com/office/officeart/2009/3/layout/HorizontalOrganizationChart"/>
    <dgm:cxn modelId="{2222BAA8-6B68-4866-987A-ECDD3E67A0E8}" type="presParOf" srcId="{2467CC55-A2E9-4B2E-B8F4-2CEC3EE2DA75}" destId="{1D872418-F79E-440F-9C4A-3FB40C40945E}" srcOrd="1" destOrd="0" presId="urn:microsoft.com/office/officeart/2009/3/layout/HorizontalOrganizationChart"/>
    <dgm:cxn modelId="{F0DF4A97-DA5D-42F8-B235-1CFF5E8E204A}" type="presParOf" srcId="{2467CC55-A2E9-4B2E-B8F4-2CEC3EE2DA75}" destId="{086064C7-34A4-4DD4-9330-F9F3584C6694}" srcOrd="2" destOrd="0" presId="urn:microsoft.com/office/officeart/2009/3/layout/HorizontalOrganizationChart"/>
    <dgm:cxn modelId="{D68BED0B-E96D-4493-91F4-B5D2DF11A42C}" type="presParOf" srcId="{47A16856-9EA1-4038-B5EE-9C9EDCF13C9C}" destId="{C225BD22-109D-4C66-BD20-33AEA839CAB5}" srcOrd="2" destOrd="0" presId="urn:microsoft.com/office/officeart/2009/3/layout/HorizontalOrganizationChart"/>
    <dgm:cxn modelId="{EF1B81FE-0B5E-4A7B-9594-F397B36DEF60}" type="presParOf" srcId="{47A16856-9EA1-4038-B5EE-9C9EDCF13C9C}" destId="{0950BAC1-4339-4B99-ADB5-70E6A9885BC0}" srcOrd="3" destOrd="0" presId="urn:microsoft.com/office/officeart/2009/3/layout/HorizontalOrganizationChart"/>
    <dgm:cxn modelId="{383E60CF-73BF-4D77-AE8E-26B63200AC7E}" type="presParOf" srcId="{0950BAC1-4339-4B99-ADB5-70E6A9885BC0}" destId="{C453E4E1-50C5-46C8-8132-4950BB8186DD}" srcOrd="0" destOrd="0" presId="urn:microsoft.com/office/officeart/2009/3/layout/HorizontalOrganizationChart"/>
    <dgm:cxn modelId="{44B0C07C-3003-4964-B22F-F5D35DC950E2}" type="presParOf" srcId="{C453E4E1-50C5-46C8-8132-4950BB8186DD}" destId="{C21AD8EC-EA7D-47B2-9C9F-0998280BD0F8}" srcOrd="0" destOrd="0" presId="urn:microsoft.com/office/officeart/2009/3/layout/HorizontalOrganizationChart"/>
    <dgm:cxn modelId="{4A88FF7D-3114-417C-B0EE-C9157AD64576}" type="presParOf" srcId="{C453E4E1-50C5-46C8-8132-4950BB8186DD}" destId="{7AA74037-5DAE-41AD-A18B-D7FB5C2B0B35}" srcOrd="1" destOrd="0" presId="urn:microsoft.com/office/officeart/2009/3/layout/HorizontalOrganizationChart"/>
    <dgm:cxn modelId="{F2FC9D65-C921-4726-96EC-37C1B781EB84}" type="presParOf" srcId="{0950BAC1-4339-4B99-ADB5-70E6A9885BC0}" destId="{FBDB1FC7-0172-42CC-BA51-BBB224899515}" srcOrd="1" destOrd="0" presId="urn:microsoft.com/office/officeart/2009/3/layout/HorizontalOrganizationChart"/>
    <dgm:cxn modelId="{7D0A7A01-AFC7-484A-86F8-ABDC37FA3C88}" type="presParOf" srcId="{0950BAC1-4339-4B99-ADB5-70E6A9885BC0}" destId="{CA1FD765-8A36-4EC2-971F-AAEB881C17DD}" srcOrd="2" destOrd="0" presId="urn:microsoft.com/office/officeart/2009/3/layout/HorizontalOrganizationChart"/>
    <dgm:cxn modelId="{B685E451-F7A7-457C-831C-F98DBC244910}" type="presParOf" srcId="{47A16856-9EA1-4038-B5EE-9C9EDCF13C9C}" destId="{733CD79B-B2BA-486B-BE59-2251A15C5E9B}" srcOrd="4" destOrd="0" presId="urn:microsoft.com/office/officeart/2009/3/layout/HorizontalOrganizationChart"/>
    <dgm:cxn modelId="{C5CDF202-878A-4357-9ABC-4684E450B764}" type="presParOf" srcId="{47A16856-9EA1-4038-B5EE-9C9EDCF13C9C}" destId="{FA9FDCB2-B578-4769-8B35-DC57AF19A966}" srcOrd="5" destOrd="0" presId="urn:microsoft.com/office/officeart/2009/3/layout/HorizontalOrganizationChart"/>
    <dgm:cxn modelId="{D0AD034F-5EE0-4E23-AF04-5EACEEB78DAE}" type="presParOf" srcId="{FA9FDCB2-B578-4769-8B35-DC57AF19A966}" destId="{FBF26B38-069E-4C88-B11D-419219EAEC9E}" srcOrd="0" destOrd="0" presId="urn:microsoft.com/office/officeart/2009/3/layout/HorizontalOrganizationChart"/>
    <dgm:cxn modelId="{07599D58-54F5-475F-A543-AB67F9C24D8A}" type="presParOf" srcId="{FBF26B38-069E-4C88-B11D-419219EAEC9E}" destId="{4C3697A2-1342-4FE0-9ABD-2296A0B34681}" srcOrd="0" destOrd="0" presId="urn:microsoft.com/office/officeart/2009/3/layout/HorizontalOrganizationChart"/>
    <dgm:cxn modelId="{BA8699C8-6C9E-49B8-AB82-82F88D32CF62}" type="presParOf" srcId="{FBF26B38-069E-4C88-B11D-419219EAEC9E}" destId="{583348F7-6925-4346-8FD3-F40B8A2C329A}" srcOrd="1" destOrd="0" presId="urn:microsoft.com/office/officeart/2009/3/layout/HorizontalOrganizationChart"/>
    <dgm:cxn modelId="{1D45E53A-54C3-4804-94BD-056D44F0E71A}" type="presParOf" srcId="{FA9FDCB2-B578-4769-8B35-DC57AF19A966}" destId="{0DFEA91B-852E-45D6-BE4D-2251D1B4AD93}" srcOrd="1" destOrd="0" presId="urn:microsoft.com/office/officeart/2009/3/layout/HorizontalOrganizationChart"/>
    <dgm:cxn modelId="{17F3D9D4-EC17-44B7-A9F0-3A7E5257F40E}" type="presParOf" srcId="{FA9FDCB2-B578-4769-8B35-DC57AF19A966}" destId="{BAC34D02-0289-4885-82BC-E693D4A1BD7B}" srcOrd="2" destOrd="0" presId="urn:microsoft.com/office/officeart/2009/3/layout/HorizontalOrganizationChart"/>
    <dgm:cxn modelId="{1D3A2690-9DC1-459E-AC15-60E6808FD4B3}" type="presParOf" srcId="{47A16856-9EA1-4038-B5EE-9C9EDCF13C9C}" destId="{54E3CC5F-2215-43B4-AD24-9D45B71EBFD6}" srcOrd="6" destOrd="0" presId="urn:microsoft.com/office/officeart/2009/3/layout/HorizontalOrganizationChart"/>
    <dgm:cxn modelId="{C2AF9782-ED62-44C9-9101-87EE89DA9312}" type="presParOf" srcId="{47A16856-9EA1-4038-B5EE-9C9EDCF13C9C}" destId="{A69AB20D-9BBB-401F-83AF-7B7688E5171B}" srcOrd="7" destOrd="0" presId="urn:microsoft.com/office/officeart/2009/3/layout/HorizontalOrganizationChart"/>
    <dgm:cxn modelId="{4296EBD5-C393-475A-9F8A-9062A01A9983}" type="presParOf" srcId="{A69AB20D-9BBB-401F-83AF-7B7688E5171B}" destId="{E06890E4-D5A6-4012-9AB0-981CE7B62FAC}" srcOrd="0" destOrd="0" presId="urn:microsoft.com/office/officeart/2009/3/layout/HorizontalOrganizationChart"/>
    <dgm:cxn modelId="{C7769C8B-61C9-474E-B1B3-E1DBAAC26035}" type="presParOf" srcId="{E06890E4-D5A6-4012-9AB0-981CE7B62FAC}" destId="{5474502D-E79C-4481-AC0D-FF68AC46C156}" srcOrd="0" destOrd="0" presId="urn:microsoft.com/office/officeart/2009/3/layout/HorizontalOrganizationChart"/>
    <dgm:cxn modelId="{A8953603-556E-43D2-8E85-0F638C8E53E6}" type="presParOf" srcId="{E06890E4-D5A6-4012-9AB0-981CE7B62FAC}" destId="{DDD8B15E-4BF0-4AFC-9DC9-3E29A8CDF591}" srcOrd="1" destOrd="0" presId="urn:microsoft.com/office/officeart/2009/3/layout/HorizontalOrganizationChart"/>
    <dgm:cxn modelId="{DA255362-54F8-4821-866B-758A22EE2148}" type="presParOf" srcId="{A69AB20D-9BBB-401F-83AF-7B7688E5171B}" destId="{12311386-30F0-4FB1-860E-91376515A3DB}" srcOrd="1" destOrd="0" presId="urn:microsoft.com/office/officeart/2009/3/layout/HorizontalOrganizationChart"/>
    <dgm:cxn modelId="{5C193BF0-61EA-439A-995A-E56D6DD7F257}" type="presParOf" srcId="{A69AB20D-9BBB-401F-83AF-7B7688E5171B}" destId="{2F698EE0-F0B7-4C44-8373-00CC5A144ECA}" srcOrd="2" destOrd="0" presId="urn:microsoft.com/office/officeart/2009/3/layout/HorizontalOrganizationChart"/>
    <dgm:cxn modelId="{DC8D58F4-5F4C-45BD-82A0-3BC7B1F82BDD}" type="presParOf" srcId="{47A16856-9EA1-4038-B5EE-9C9EDCF13C9C}" destId="{0B085DBB-FBE1-446A-B278-6A83587BBB1A}" srcOrd="8" destOrd="0" presId="urn:microsoft.com/office/officeart/2009/3/layout/HorizontalOrganizationChart"/>
    <dgm:cxn modelId="{8B1122D5-B00B-4B4C-84D1-E77071831770}" type="presParOf" srcId="{47A16856-9EA1-4038-B5EE-9C9EDCF13C9C}" destId="{8E83F98A-624C-4096-A2DC-C91C28DC3D2F}" srcOrd="9" destOrd="0" presId="urn:microsoft.com/office/officeart/2009/3/layout/HorizontalOrganizationChart"/>
    <dgm:cxn modelId="{624E45B0-7DFD-4B9D-9464-61A04CA74FDE}" type="presParOf" srcId="{8E83F98A-624C-4096-A2DC-C91C28DC3D2F}" destId="{3BDF150A-7268-4711-A98E-DB19A1DFD10C}" srcOrd="0" destOrd="0" presId="urn:microsoft.com/office/officeart/2009/3/layout/HorizontalOrganizationChart"/>
    <dgm:cxn modelId="{47101379-8F70-4D3A-AA0F-5986E82B966A}" type="presParOf" srcId="{3BDF150A-7268-4711-A98E-DB19A1DFD10C}" destId="{521A4941-5E55-419D-81E0-83B3EFFDC729}" srcOrd="0" destOrd="0" presId="urn:microsoft.com/office/officeart/2009/3/layout/HorizontalOrganizationChart"/>
    <dgm:cxn modelId="{F0E77C42-0D1D-4822-9506-6DC7B5B2DF8C}" type="presParOf" srcId="{3BDF150A-7268-4711-A98E-DB19A1DFD10C}" destId="{F449301C-B65C-4AE0-8DC2-54F9C3C70BBD}" srcOrd="1" destOrd="0" presId="urn:microsoft.com/office/officeart/2009/3/layout/HorizontalOrganizationChart"/>
    <dgm:cxn modelId="{EADAF384-6795-423B-A928-435EBE73F21C}" type="presParOf" srcId="{8E83F98A-624C-4096-A2DC-C91C28DC3D2F}" destId="{D5F81A7B-0BC7-4386-A042-1393FDBCD1EF}" srcOrd="1" destOrd="0" presId="urn:microsoft.com/office/officeart/2009/3/layout/HorizontalOrganizationChart"/>
    <dgm:cxn modelId="{01680A83-C693-441A-B63C-532CACB80B1D}" type="presParOf" srcId="{8E83F98A-624C-4096-A2DC-C91C28DC3D2F}" destId="{C80421B6-E689-4C28-BE91-D5FC439A5966}" srcOrd="2" destOrd="0" presId="urn:microsoft.com/office/officeart/2009/3/layout/HorizontalOrganizationChart"/>
    <dgm:cxn modelId="{53EA2CEC-8A2B-4907-B01C-27FE69EA2B0A}" type="presParOf" srcId="{47A16856-9EA1-4038-B5EE-9C9EDCF13C9C}" destId="{F4C26A83-26FD-415D-8BF6-21A8A0D2521B}" srcOrd="10" destOrd="0" presId="urn:microsoft.com/office/officeart/2009/3/layout/HorizontalOrganizationChart"/>
    <dgm:cxn modelId="{0824E6E3-FCA9-4F3B-B1ED-8E84F49C11A3}" type="presParOf" srcId="{47A16856-9EA1-4038-B5EE-9C9EDCF13C9C}" destId="{31C35FFC-DE57-43AA-A64E-4D6D6BDE690F}" srcOrd="11" destOrd="0" presId="urn:microsoft.com/office/officeart/2009/3/layout/HorizontalOrganizationChart"/>
    <dgm:cxn modelId="{7802DADE-BF3A-4761-A7FB-7FEB56ADBD02}" type="presParOf" srcId="{31C35FFC-DE57-43AA-A64E-4D6D6BDE690F}" destId="{90F9209A-DF81-4473-9C46-2E0233B63B6E}" srcOrd="0" destOrd="0" presId="urn:microsoft.com/office/officeart/2009/3/layout/HorizontalOrganizationChart"/>
    <dgm:cxn modelId="{401E28A8-3CA7-45FA-A186-F25B87B1CF13}" type="presParOf" srcId="{90F9209A-DF81-4473-9C46-2E0233B63B6E}" destId="{49E56E9F-055B-4479-A4F0-678BE0887A52}" srcOrd="0" destOrd="0" presId="urn:microsoft.com/office/officeart/2009/3/layout/HorizontalOrganizationChart"/>
    <dgm:cxn modelId="{B583C77E-AB79-448D-981C-DE670259F5C2}" type="presParOf" srcId="{90F9209A-DF81-4473-9C46-2E0233B63B6E}" destId="{4292B478-B0F8-45B2-99D9-7A1A5944FA08}" srcOrd="1" destOrd="0" presId="urn:microsoft.com/office/officeart/2009/3/layout/HorizontalOrganizationChart"/>
    <dgm:cxn modelId="{E58EB608-D172-4E10-A054-6041851DBD16}" type="presParOf" srcId="{31C35FFC-DE57-43AA-A64E-4D6D6BDE690F}" destId="{6C3BBEBC-7827-4043-A250-AE42FC0C63DA}" srcOrd="1" destOrd="0" presId="urn:microsoft.com/office/officeart/2009/3/layout/HorizontalOrganizationChart"/>
    <dgm:cxn modelId="{4ADDDA24-D623-46C3-8CC8-7ADF2336398A}" type="presParOf" srcId="{31C35FFC-DE57-43AA-A64E-4D6D6BDE690F}" destId="{A2751B7E-753F-476E-884D-F86DB77FD06A}" srcOrd="2" destOrd="0" presId="urn:microsoft.com/office/officeart/2009/3/layout/HorizontalOrganizationChart"/>
    <dgm:cxn modelId="{52B6107C-E841-41EA-89CC-038CA8240EDC}" type="presParOf" srcId="{A1C13550-4589-470F-8E15-97154C102FCF}" destId="{579B3B7B-683A-4804-AD86-8375C257E26E}" srcOrd="2" destOrd="0" presId="urn:microsoft.com/office/officeart/2009/3/layout/HorizontalOrganizationChart"/>
    <dgm:cxn modelId="{B6D9B240-E770-435B-860E-400A2E39376C}" type="presParOf" srcId="{2DA62FB1-A0F5-480E-BC0E-47D05E65D140}" destId="{943CB086-1762-471B-A81B-6E47E6510C02}" srcOrd="2" destOrd="0" presId="urn:microsoft.com/office/officeart/2009/3/layout/HorizontalOrganizationChart"/>
    <dgm:cxn modelId="{8094BB99-F4EA-4639-8011-806BDA29F90E}" type="presParOf" srcId="{3935D2BF-2163-43F0-A043-F4752B17BA59}" destId="{121FEAD0-0FA1-4BFF-8F06-54DF4ADE884F}" srcOrd="6" destOrd="0" presId="urn:microsoft.com/office/officeart/2009/3/layout/HorizontalOrganizationChart"/>
    <dgm:cxn modelId="{DB792306-82CF-43C4-98E1-C6F6BDB441F8}" type="presParOf" srcId="{3935D2BF-2163-43F0-A043-F4752B17BA59}" destId="{63F6EDD2-6C1F-49DA-A2DF-248CB40B9540}" srcOrd="7" destOrd="0" presId="urn:microsoft.com/office/officeart/2009/3/layout/HorizontalOrganizationChart"/>
    <dgm:cxn modelId="{564867C0-D310-4CC5-88AE-FC0A3CB18520}" type="presParOf" srcId="{63F6EDD2-6C1F-49DA-A2DF-248CB40B9540}" destId="{28B9A003-6E87-4B5C-8810-A28452C44C76}" srcOrd="0" destOrd="0" presId="urn:microsoft.com/office/officeart/2009/3/layout/HorizontalOrganizationChart"/>
    <dgm:cxn modelId="{AC6AADB6-8BB7-4AA6-B562-AB1343E266D6}" type="presParOf" srcId="{28B9A003-6E87-4B5C-8810-A28452C44C76}" destId="{667D67F6-9FF5-43F1-B022-D788190B2D73}" srcOrd="0" destOrd="0" presId="urn:microsoft.com/office/officeart/2009/3/layout/HorizontalOrganizationChart"/>
    <dgm:cxn modelId="{D7CCB13E-0ACD-48A8-AD1B-6F626EA34DB5}" type="presParOf" srcId="{28B9A003-6E87-4B5C-8810-A28452C44C76}" destId="{D121A057-5F90-4807-BF40-D214EBD553C3}" srcOrd="1" destOrd="0" presId="urn:microsoft.com/office/officeart/2009/3/layout/HorizontalOrganizationChart"/>
    <dgm:cxn modelId="{BA912C64-8D0C-453E-A210-836F32A13802}" type="presParOf" srcId="{63F6EDD2-6C1F-49DA-A2DF-248CB40B9540}" destId="{75860C48-B0C5-4F4B-BBC7-47009CC3C53D}" srcOrd="1" destOrd="0" presId="urn:microsoft.com/office/officeart/2009/3/layout/HorizontalOrganizationChart"/>
    <dgm:cxn modelId="{1BF4EE45-5837-4976-B3BC-E7E16ADF5AB5}" type="presParOf" srcId="{63F6EDD2-6C1F-49DA-A2DF-248CB40B9540}" destId="{8FC99CBA-2F6B-4C9C-8956-2C8E793F126A}" srcOrd="2" destOrd="0" presId="urn:microsoft.com/office/officeart/2009/3/layout/HorizontalOrganizationChart"/>
    <dgm:cxn modelId="{CE7E06EB-05F8-4610-B871-5CB41F05BFC2}" type="presParOf" srcId="{99B2DFA2-0694-4FC6-BFB8-FA89FFF3B2D3}" destId="{94BFF963-A665-436A-A258-BC1C8F7E283D}" srcOrd="2" destOrd="0" presId="urn:microsoft.com/office/officeart/2009/3/layout/HorizontalOrganizationChart"/>
    <dgm:cxn modelId="{ADC7C574-9572-4F80-A23B-05FD28133FB2}" type="presParOf" srcId="{B2983570-485B-4877-971A-2E43195664E0}" destId="{F9687873-8286-4F1A-9066-A67D806F87D1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FD1B758-9C0A-438C-83E3-353DEB34B51E}" type="doc">
      <dgm:prSet loTypeId="urn:microsoft.com/office/officeart/2005/8/layout/list1" loCatId="list" qsTypeId="urn:microsoft.com/office/officeart/2005/8/quickstyle/simple1#3" qsCatId="simple" csTypeId="urn:microsoft.com/office/officeart/2005/8/colors/accent0_3#1" csCatId="mainScheme" phldr="1"/>
      <dgm:spPr/>
      <dgm:t>
        <a:bodyPr/>
        <a:lstStyle/>
        <a:p>
          <a:endParaRPr lang="en-US"/>
        </a:p>
      </dgm:t>
    </dgm:pt>
    <dgm:pt modelId="{2659375F-6FB2-4E33-AD34-B0D4123777B1}">
      <dgm:prSet/>
      <dgm:spPr/>
      <dgm:t>
        <a:bodyPr/>
        <a:lstStyle/>
        <a:p>
          <a:r>
            <a:rPr lang="en-US" dirty="0"/>
            <a:t>Reach</a:t>
          </a:r>
        </a:p>
      </dgm:t>
    </dgm:pt>
    <dgm:pt modelId="{278CBFF0-0CD5-4FD8-8DFD-953C8A7DF01C}" type="parTrans" cxnId="{1B9CAD56-5199-45EB-B238-32F37FB6876C}">
      <dgm:prSet/>
      <dgm:spPr/>
      <dgm:t>
        <a:bodyPr/>
        <a:lstStyle/>
        <a:p>
          <a:endParaRPr lang="en-US"/>
        </a:p>
      </dgm:t>
    </dgm:pt>
    <dgm:pt modelId="{399EE3F7-6140-4B3A-A99A-10AFDA679536}" type="sibTrans" cxnId="{1B9CAD56-5199-45EB-B238-32F37FB6876C}">
      <dgm:prSet/>
      <dgm:spPr/>
      <dgm:t>
        <a:bodyPr/>
        <a:lstStyle/>
        <a:p>
          <a:endParaRPr lang="en-US"/>
        </a:p>
      </dgm:t>
    </dgm:pt>
    <dgm:pt modelId="{CFB0F358-8FC8-4626-85F0-71AC800D363B}">
      <dgm:prSet/>
      <dgm:spPr/>
      <dgm:t>
        <a:bodyPr/>
        <a:lstStyle/>
        <a:p>
          <a:r>
            <a:rPr lang="en-US"/>
            <a:t>Percentage of the target group exposed, at least once, to a set  of media during a certain period of time</a:t>
          </a:r>
        </a:p>
      </dgm:t>
    </dgm:pt>
    <dgm:pt modelId="{9842EB23-4E23-48FC-AEE8-3EA384C94FC3}" type="parTrans" cxnId="{FDC56E5A-260A-4BCA-93E8-56FB20690C71}">
      <dgm:prSet/>
      <dgm:spPr/>
      <dgm:t>
        <a:bodyPr/>
        <a:lstStyle/>
        <a:p>
          <a:endParaRPr lang="en-US"/>
        </a:p>
      </dgm:t>
    </dgm:pt>
    <dgm:pt modelId="{0EF4A858-8D09-4542-B157-9AA7CA986FCA}" type="sibTrans" cxnId="{FDC56E5A-260A-4BCA-93E8-56FB20690C71}">
      <dgm:prSet/>
      <dgm:spPr/>
      <dgm:t>
        <a:bodyPr/>
        <a:lstStyle/>
        <a:p>
          <a:endParaRPr lang="en-US"/>
        </a:p>
      </dgm:t>
    </dgm:pt>
    <dgm:pt modelId="{1581F2CB-A47B-450D-B89C-5CDF84419E9B}">
      <dgm:prSet/>
      <dgm:spPr/>
      <dgm:t>
        <a:bodyPr/>
        <a:lstStyle/>
        <a:p>
          <a:r>
            <a:rPr lang="en-US" dirty="0"/>
            <a:t>Opportunity to see/Frequency</a:t>
          </a:r>
        </a:p>
      </dgm:t>
    </dgm:pt>
    <dgm:pt modelId="{92778A78-5F0C-408C-935E-67F4685902F3}" type="parTrans" cxnId="{3F8764FF-D326-4FA3-BCE5-DF19D0A02FED}">
      <dgm:prSet/>
      <dgm:spPr/>
      <dgm:t>
        <a:bodyPr/>
        <a:lstStyle/>
        <a:p>
          <a:endParaRPr lang="en-US"/>
        </a:p>
      </dgm:t>
    </dgm:pt>
    <dgm:pt modelId="{9F989F91-30AF-437B-8120-1243C45430A1}" type="sibTrans" cxnId="{3F8764FF-D326-4FA3-BCE5-DF19D0A02FED}">
      <dgm:prSet/>
      <dgm:spPr/>
      <dgm:t>
        <a:bodyPr/>
        <a:lstStyle/>
        <a:p>
          <a:endParaRPr lang="en-US"/>
        </a:p>
      </dgm:t>
    </dgm:pt>
    <dgm:pt modelId="{49E9F9B6-34FF-46BE-AD05-585E56877E4A}">
      <dgm:prSet/>
      <dgm:spPr/>
      <dgm:t>
        <a:bodyPr/>
        <a:lstStyle/>
        <a:p>
          <a:r>
            <a:rPr lang="en-US"/>
            <a:t>Number of times that the target population is  exposed to a message</a:t>
          </a:r>
        </a:p>
      </dgm:t>
    </dgm:pt>
    <dgm:pt modelId="{3AE77E0F-AB7E-4974-BDF5-F3924C6DE21B}" type="parTrans" cxnId="{39460B89-1A85-4613-A96E-49DF0001452E}">
      <dgm:prSet/>
      <dgm:spPr/>
      <dgm:t>
        <a:bodyPr/>
        <a:lstStyle/>
        <a:p>
          <a:endParaRPr lang="en-US"/>
        </a:p>
      </dgm:t>
    </dgm:pt>
    <dgm:pt modelId="{66B388BC-73B2-44BB-BB9D-D6A2EF411A58}" type="sibTrans" cxnId="{39460B89-1A85-4613-A96E-49DF0001452E}">
      <dgm:prSet/>
      <dgm:spPr/>
      <dgm:t>
        <a:bodyPr/>
        <a:lstStyle/>
        <a:p>
          <a:endParaRPr lang="en-US"/>
        </a:p>
      </dgm:t>
    </dgm:pt>
    <dgm:pt modelId="{F1A34C3A-8D96-4B5D-B3AD-B8A40165242E}">
      <dgm:prSet/>
      <dgm:spPr/>
      <dgm:t>
        <a:bodyPr/>
        <a:lstStyle/>
        <a:p>
          <a:r>
            <a:rPr lang="en-US" dirty="0"/>
            <a:t>Cost per thousand (CPM)</a:t>
          </a:r>
        </a:p>
      </dgm:t>
    </dgm:pt>
    <dgm:pt modelId="{E7BD7769-4261-4B15-80C4-2513DDAA7E9E}" type="parTrans" cxnId="{742C6B5A-CB83-4034-9A6B-51CE3A5FBEC5}">
      <dgm:prSet/>
      <dgm:spPr/>
      <dgm:t>
        <a:bodyPr/>
        <a:lstStyle/>
        <a:p>
          <a:endParaRPr lang="en-US"/>
        </a:p>
      </dgm:t>
    </dgm:pt>
    <dgm:pt modelId="{E34BC82B-0BC0-4698-A28F-C51D967C0639}" type="sibTrans" cxnId="{742C6B5A-CB83-4034-9A6B-51CE3A5FBEC5}">
      <dgm:prSet/>
      <dgm:spPr/>
      <dgm:t>
        <a:bodyPr/>
        <a:lstStyle/>
        <a:p>
          <a:endParaRPr lang="en-US"/>
        </a:p>
      </dgm:t>
    </dgm:pt>
    <dgm:pt modelId="{FE6FA359-C3AE-48DB-A431-00CFB61743DA}">
      <dgm:prSet/>
      <dgm:spPr/>
      <dgm:t>
        <a:bodyPr/>
        <a:lstStyle/>
        <a:p>
          <a:r>
            <a:rPr lang="en-US" dirty="0"/>
            <a:t>Cost per 1000 (e.g. $11 paid for 1000 views)</a:t>
          </a:r>
        </a:p>
      </dgm:t>
    </dgm:pt>
    <dgm:pt modelId="{E575DE35-885E-4125-8ED7-56F10E2AB9CE}" type="parTrans" cxnId="{AED9ABCC-AFC6-4A84-8891-EFFD86F6286A}">
      <dgm:prSet/>
      <dgm:spPr/>
      <dgm:t>
        <a:bodyPr/>
        <a:lstStyle/>
        <a:p>
          <a:endParaRPr lang="en-US"/>
        </a:p>
      </dgm:t>
    </dgm:pt>
    <dgm:pt modelId="{F15C6EC3-7145-44D3-9CBE-CAA83416B75B}" type="sibTrans" cxnId="{AED9ABCC-AFC6-4A84-8891-EFFD86F6286A}">
      <dgm:prSet/>
      <dgm:spPr/>
      <dgm:t>
        <a:bodyPr/>
        <a:lstStyle/>
        <a:p>
          <a:endParaRPr lang="en-US"/>
        </a:p>
      </dgm:t>
    </dgm:pt>
    <dgm:pt modelId="{B3505C13-F6E6-4B2D-B67B-450CAC4EB1A3}">
      <dgm:prSet/>
      <dgm:spPr/>
      <dgm:t>
        <a:bodyPr/>
        <a:lstStyle/>
        <a:p>
          <a:r>
            <a:rPr lang="en-US" dirty="0"/>
            <a:t>Share of Voice</a:t>
          </a:r>
        </a:p>
      </dgm:t>
    </dgm:pt>
    <dgm:pt modelId="{E05B83A6-607B-42D7-B676-5B43E23E1BDF}" type="parTrans" cxnId="{2FA8F019-7C12-4834-A25B-69C52E6482B3}">
      <dgm:prSet/>
      <dgm:spPr/>
      <dgm:t>
        <a:bodyPr/>
        <a:lstStyle/>
        <a:p>
          <a:endParaRPr lang="en-US"/>
        </a:p>
      </dgm:t>
    </dgm:pt>
    <dgm:pt modelId="{AC743CC9-95A1-4DF1-89DC-C81A952EBED1}" type="sibTrans" cxnId="{2FA8F019-7C12-4834-A25B-69C52E6482B3}">
      <dgm:prSet/>
      <dgm:spPr/>
      <dgm:t>
        <a:bodyPr/>
        <a:lstStyle/>
        <a:p>
          <a:endParaRPr lang="en-US"/>
        </a:p>
      </dgm:t>
    </dgm:pt>
    <dgm:pt modelId="{AB07FE19-D3B2-46DB-A42D-6D85D3B8C939}">
      <dgm:prSet/>
      <dgm:spPr/>
      <dgm:t>
        <a:bodyPr/>
        <a:lstStyle/>
        <a:p>
          <a:r>
            <a:rPr lang="en-US" dirty="0"/>
            <a:t>A brand’s portion of media purchases relative to its competitors </a:t>
          </a:r>
        </a:p>
      </dgm:t>
    </dgm:pt>
    <dgm:pt modelId="{9C3D8543-98F2-408F-8842-32E1DCE72BB2}" type="parTrans" cxnId="{2D7E3260-CF33-485D-80E2-40BF3C37A04B}">
      <dgm:prSet/>
      <dgm:spPr/>
      <dgm:t>
        <a:bodyPr/>
        <a:lstStyle/>
        <a:p>
          <a:endParaRPr lang="en-US"/>
        </a:p>
      </dgm:t>
    </dgm:pt>
    <dgm:pt modelId="{FF13AA94-FE40-476B-A046-EC5ED6D19BF6}" type="sibTrans" cxnId="{2D7E3260-CF33-485D-80E2-40BF3C37A04B}">
      <dgm:prSet/>
      <dgm:spPr/>
      <dgm:t>
        <a:bodyPr/>
        <a:lstStyle/>
        <a:p>
          <a:endParaRPr lang="en-US"/>
        </a:p>
      </dgm:t>
    </dgm:pt>
    <dgm:pt modelId="{72160BAD-BC4F-4A55-B712-ADDB512129CB}" type="pres">
      <dgm:prSet presAssocID="{0FD1B758-9C0A-438C-83E3-353DEB34B51E}" presName="linear" presStyleCnt="0">
        <dgm:presLayoutVars>
          <dgm:dir/>
          <dgm:animLvl val="lvl"/>
          <dgm:resizeHandles val="exact"/>
        </dgm:presLayoutVars>
      </dgm:prSet>
      <dgm:spPr/>
    </dgm:pt>
    <dgm:pt modelId="{A45476E6-AD84-463B-B0C3-0EF105D3614F}" type="pres">
      <dgm:prSet presAssocID="{2659375F-6FB2-4E33-AD34-B0D4123777B1}" presName="parentLin" presStyleCnt="0"/>
      <dgm:spPr/>
    </dgm:pt>
    <dgm:pt modelId="{9CE45DE0-BDF8-49C3-96D0-5E222D80111C}" type="pres">
      <dgm:prSet presAssocID="{2659375F-6FB2-4E33-AD34-B0D4123777B1}" presName="parentLeftMargin" presStyleLbl="node1" presStyleIdx="0" presStyleCnt="4"/>
      <dgm:spPr/>
    </dgm:pt>
    <dgm:pt modelId="{C1580952-ED11-47EF-B994-BC44E6FF7C43}" type="pres">
      <dgm:prSet presAssocID="{2659375F-6FB2-4E33-AD34-B0D4123777B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384599E-A104-49A8-B963-B1CB8FAB3B75}" type="pres">
      <dgm:prSet presAssocID="{2659375F-6FB2-4E33-AD34-B0D4123777B1}" presName="negativeSpace" presStyleCnt="0"/>
      <dgm:spPr/>
    </dgm:pt>
    <dgm:pt modelId="{CD2E9C80-A4D8-4717-A21D-9DECDE9326E4}" type="pres">
      <dgm:prSet presAssocID="{2659375F-6FB2-4E33-AD34-B0D4123777B1}" presName="childText" presStyleLbl="conFgAcc1" presStyleIdx="0" presStyleCnt="4">
        <dgm:presLayoutVars>
          <dgm:bulletEnabled val="1"/>
        </dgm:presLayoutVars>
      </dgm:prSet>
      <dgm:spPr/>
    </dgm:pt>
    <dgm:pt modelId="{7922329E-90F4-465F-AB22-C4C2A7E0D1B7}" type="pres">
      <dgm:prSet presAssocID="{399EE3F7-6140-4B3A-A99A-10AFDA679536}" presName="spaceBetweenRectangles" presStyleCnt="0"/>
      <dgm:spPr/>
    </dgm:pt>
    <dgm:pt modelId="{5A5594DA-BD8B-4257-B361-DCA59D90E3FE}" type="pres">
      <dgm:prSet presAssocID="{1581F2CB-A47B-450D-B89C-5CDF84419E9B}" presName="parentLin" presStyleCnt="0"/>
      <dgm:spPr/>
    </dgm:pt>
    <dgm:pt modelId="{E460F264-D827-45FC-8C17-1B871611008F}" type="pres">
      <dgm:prSet presAssocID="{1581F2CB-A47B-450D-B89C-5CDF84419E9B}" presName="parentLeftMargin" presStyleLbl="node1" presStyleIdx="0" presStyleCnt="4"/>
      <dgm:spPr/>
    </dgm:pt>
    <dgm:pt modelId="{58B564CE-541C-460F-BFAC-C7D698859BE2}" type="pres">
      <dgm:prSet presAssocID="{1581F2CB-A47B-450D-B89C-5CDF84419E9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8009325-6CD9-4736-878F-FAB84C61C890}" type="pres">
      <dgm:prSet presAssocID="{1581F2CB-A47B-450D-B89C-5CDF84419E9B}" presName="negativeSpace" presStyleCnt="0"/>
      <dgm:spPr/>
    </dgm:pt>
    <dgm:pt modelId="{F634B024-0BD4-497B-BB8B-C9459CDCA92C}" type="pres">
      <dgm:prSet presAssocID="{1581F2CB-A47B-450D-B89C-5CDF84419E9B}" presName="childText" presStyleLbl="conFgAcc1" presStyleIdx="1" presStyleCnt="4">
        <dgm:presLayoutVars>
          <dgm:bulletEnabled val="1"/>
        </dgm:presLayoutVars>
      </dgm:prSet>
      <dgm:spPr/>
    </dgm:pt>
    <dgm:pt modelId="{829013A6-1998-4E06-9E5E-78095A1E8E23}" type="pres">
      <dgm:prSet presAssocID="{9F989F91-30AF-437B-8120-1243C45430A1}" presName="spaceBetweenRectangles" presStyleCnt="0"/>
      <dgm:spPr/>
    </dgm:pt>
    <dgm:pt modelId="{E5B007AE-D84D-4EB1-8C95-CF837A21C7C3}" type="pres">
      <dgm:prSet presAssocID="{F1A34C3A-8D96-4B5D-B3AD-B8A40165242E}" presName="parentLin" presStyleCnt="0"/>
      <dgm:spPr/>
    </dgm:pt>
    <dgm:pt modelId="{63BFEDE2-200E-43B1-B274-1E8E17DF7C66}" type="pres">
      <dgm:prSet presAssocID="{F1A34C3A-8D96-4B5D-B3AD-B8A40165242E}" presName="parentLeftMargin" presStyleLbl="node1" presStyleIdx="1" presStyleCnt="4"/>
      <dgm:spPr/>
    </dgm:pt>
    <dgm:pt modelId="{5E96A630-79FF-402A-8D4D-D3F038FC4248}" type="pres">
      <dgm:prSet presAssocID="{F1A34C3A-8D96-4B5D-B3AD-B8A40165242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12168BC-3596-42D1-8545-EF6ADDAC26DC}" type="pres">
      <dgm:prSet presAssocID="{F1A34C3A-8D96-4B5D-B3AD-B8A40165242E}" presName="negativeSpace" presStyleCnt="0"/>
      <dgm:spPr/>
    </dgm:pt>
    <dgm:pt modelId="{2EECA643-9072-4DF9-9DA1-8A5502839102}" type="pres">
      <dgm:prSet presAssocID="{F1A34C3A-8D96-4B5D-B3AD-B8A40165242E}" presName="childText" presStyleLbl="conFgAcc1" presStyleIdx="2" presStyleCnt="4">
        <dgm:presLayoutVars>
          <dgm:bulletEnabled val="1"/>
        </dgm:presLayoutVars>
      </dgm:prSet>
      <dgm:spPr/>
    </dgm:pt>
    <dgm:pt modelId="{6BD493E4-29F6-4EAA-B221-00978C7FCA64}" type="pres">
      <dgm:prSet presAssocID="{E34BC82B-0BC0-4698-A28F-C51D967C0639}" presName="spaceBetweenRectangles" presStyleCnt="0"/>
      <dgm:spPr/>
    </dgm:pt>
    <dgm:pt modelId="{983B0957-C168-45D3-BDF3-178F6B4DEC63}" type="pres">
      <dgm:prSet presAssocID="{B3505C13-F6E6-4B2D-B67B-450CAC4EB1A3}" presName="parentLin" presStyleCnt="0"/>
      <dgm:spPr/>
    </dgm:pt>
    <dgm:pt modelId="{86CF465B-FAE4-450D-A0B5-36EA77A154B9}" type="pres">
      <dgm:prSet presAssocID="{B3505C13-F6E6-4B2D-B67B-450CAC4EB1A3}" presName="parentLeftMargin" presStyleLbl="node1" presStyleIdx="2" presStyleCnt="4"/>
      <dgm:spPr/>
    </dgm:pt>
    <dgm:pt modelId="{DAB16F7D-82C8-4C18-92D7-5E1940FB4F43}" type="pres">
      <dgm:prSet presAssocID="{B3505C13-F6E6-4B2D-B67B-450CAC4EB1A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EA32030-6E5E-4B87-8630-7945D1F24EDE}" type="pres">
      <dgm:prSet presAssocID="{B3505C13-F6E6-4B2D-B67B-450CAC4EB1A3}" presName="negativeSpace" presStyleCnt="0"/>
      <dgm:spPr/>
    </dgm:pt>
    <dgm:pt modelId="{1B1F6D76-FD72-4BD7-A146-890D7DBC73DF}" type="pres">
      <dgm:prSet presAssocID="{B3505C13-F6E6-4B2D-B67B-450CAC4EB1A3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FA8F019-7C12-4834-A25B-69C52E6482B3}" srcId="{0FD1B758-9C0A-438C-83E3-353DEB34B51E}" destId="{B3505C13-F6E6-4B2D-B67B-450CAC4EB1A3}" srcOrd="3" destOrd="0" parTransId="{E05B83A6-607B-42D7-B676-5B43E23E1BDF}" sibTransId="{AC743CC9-95A1-4DF1-89DC-C81A952EBED1}"/>
    <dgm:cxn modelId="{2471B01C-2C2F-44DB-B89A-83AF7ADAC09C}" type="presOf" srcId="{49E9F9B6-34FF-46BE-AD05-585E56877E4A}" destId="{F634B024-0BD4-497B-BB8B-C9459CDCA92C}" srcOrd="0" destOrd="0" presId="urn:microsoft.com/office/officeart/2005/8/layout/list1"/>
    <dgm:cxn modelId="{8AC8AD5E-7CA7-4740-8D1E-7B38838819BD}" type="presOf" srcId="{B3505C13-F6E6-4B2D-B67B-450CAC4EB1A3}" destId="{86CF465B-FAE4-450D-A0B5-36EA77A154B9}" srcOrd="0" destOrd="0" presId="urn:microsoft.com/office/officeart/2005/8/layout/list1"/>
    <dgm:cxn modelId="{2D7E3260-CF33-485D-80E2-40BF3C37A04B}" srcId="{B3505C13-F6E6-4B2D-B67B-450CAC4EB1A3}" destId="{AB07FE19-D3B2-46DB-A42D-6D85D3B8C939}" srcOrd="0" destOrd="0" parTransId="{9C3D8543-98F2-408F-8842-32E1DCE72BB2}" sibTransId="{FF13AA94-FE40-476B-A046-EC5ED6D19BF6}"/>
    <dgm:cxn modelId="{37CB4345-CFBC-464C-929C-5D57ED986FB6}" type="presOf" srcId="{2659375F-6FB2-4E33-AD34-B0D4123777B1}" destId="{9CE45DE0-BDF8-49C3-96D0-5E222D80111C}" srcOrd="0" destOrd="0" presId="urn:microsoft.com/office/officeart/2005/8/layout/list1"/>
    <dgm:cxn modelId="{1B9CAD56-5199-45EB-B238-32F37FB6876C}" srcId="{0FD1B758-9C0A-438C-83E3-353DEB34B51E}" destId="{2659375F-6FB2-4E33-AD34-B0D4123777B1}" srcOrd="0" destOrd="0" parTransId="{278CBFF0-0CD5-4FD8-8DFD-953C8A7DF01C}" sibTransId="{399EE3F7-6140-4B3A-A99A-10AFDA679536}"/>
    <dgm:cxn modelId="{32066559-A42C-4890-94D4-72046BFA9070}" type="presOf" srcId="{B3505C13-F6E6-4B2D-B67B-450CAC4EB1A3}" destId="{DAB16F7D-82C8-4C18-92D7-5E1940FB4F43}" srcOrd="1" destOrd="0" presId="urn:microsoft.com/office/officeart/2005/8/layout/list1"/>
    <dgm:cxn modelId="{742C6B5A-CB83-4034-9A6B-51CE3A5FBEC5}" srcId="{0FD1B758-9C0A-438C-83E3-353DEB34B51E}" destId="{F1A34C3A-8D96-4B5D-B3AD-B8A40165242E}" srcOrd="2" destOrd="0" parTransId="{E7BD7769-4261-4B15-80C4-2513DDAA7E9E}" sibTransId="{E34BC82B-0BC0-4698-A28F-C51D967C0639}"/>
    <dgm:cxn modelId="{FDC56E5A-260A-4BCA-93E8-56FB20690C71}" srcId="{2659375F-6FB2-4E33-AD34-B0D4123777B1}" destId="{CFB0F358-8FC8-4626-85F0-71AC800D363B}" srcOrd="0" destOrd="0" parTransId="{9842EB23-4E23-48FC-AEE8-3EA384C94FC3}" sibTransId="{0EF4A858-8D09-4542-B157-9AA7CA986FCA}"/>
    <dgm:cxn modelId="{2001777B-6F9E-42D5-BB96-CA07AF86F521}" type="presOf" srcId="{F1A34C3A-8D96-4B5D-B3AD-B8A40165242E}" destId="{5E96A630-79FF-402A-8D4D-D3F038FC4248}" srcOrd="1" destOrd="0" presId="urn:microsoft.com/office/officeart/2005/8/layout/list1"/>
    <dgm:cxn modelId="{B10D567C-00DC-4F53-AD3A-1A7B0DEAF2E5}" type="presOf" srcId="{1581F2CB-A47B-450D-B89C-5CDF84419E9B}" destId="{58B564CE-541C-460F-BFAC-C7D698859BE2}" srcOrd="1" destOrd="0" presId="urn:microsoft.com/office/officeart/2005/8/layout/list1"/>
    <dgm:cxn modelId="{39460B89-1A85-4613-A96E-49DF0001452E}" srcId="{1581F2CB-A47B-450D-B89C-5CDF84419E9B}" destId="{49E9F9B6-34FF-46BE-AD05-585E56877E4A}" srcOrd="0" destOrd="0" parTransId="{3AE77E0F-AB7E-4974-BDF5-F3924C6DE21B}" sibTransId="{66B388BC-73B2-44BB-BB9D-D6A2EF411A58}"/>
    <dgm:cxn modelId="{EBCCA593-4FA4-41F9-9B68-BCC73F6BAD8D}" type="presOf" srcId="{CFB0F358-8FC8-4626-85F0-71AC800D363B}" destId="{CD2E9C80-A4D8-4717-A21D-9DECDE9326E4}" srcOrd="0" destOrd="0" presId="urn:microsoft.com/office/officeart/2005/8/layout/list1"/>
    <dgm:cxn modelId="{7D1CE5A2-BAFD-45D7-B939-6987E064D786}" type="presOf" srcId="{FE6FA359-C3AE-48DB-A431-00CFB61743DA}" destId="{2EECA643-9072-4DF9-9DA1-8A5502839102}" srcOrd="0" destOrd="0" presId="urn:microsoft.com/office/officeart/2005/8/layout/list1"/>
    <dgm:cxn modelId="{402093C7-1EDC-432E-8250-7FC9D950ABF3}" type="presOf" srcId="{AB07FE19-D3B2-46DB-A42D-6D85D3B8C939}" destId="{1B1F6D76-FD72-4BD7-A146-890D7DBC73DF}" srcOrd="0" destOrd="0" presId="urn:microsoft.com/office/officeart/2005/8/layout/list1"/>
    <dgm:cxn modelId="{AED9ABCC-AFC6-4A84-8891-EFFD86F6286A}" srcId="{F1A34C3A-8D96-4B5D-B3AD-B8A40165242E}" destId="{FE6FA359-C3AE-48DB-A431-00CFB61743DA}" srcOrd="0" destOrd="0" parTransId="{E575DE35-885E-4125-8ED7-56F10E2AB9CE}" sibTransId="{F15C6EC3-7145-44D3-9CBE-CAA83416B75B}"/>
    <dgm:cxn modelId="{C805B7D2-8F0B-45D6-AF29-A26DC65C20EC}" type="presOf" srcId="{0FD1B758-9C0A-438C-83E3-353DEB34B51E}" destId="{72160BAD-BC4F-4A55-B712-ADDB512129CB}" srcOrd="0" destOrd="0" presId="urn:microsoft.com/office/officeart/2005/8/layout/list1"/>
    <dgm:cxn modelId="{A9BF26DD-0E15-4525-A0E7-113C625EE777}" type="presOf" srcId="{F1A34C3A-8D96-4B5D-B3AD-B8A40165242E}" destId="{63BFEDE2-200E-43B1-B274-1E8E17DF7C66}" srcOrd="0" destOrd="0" presId="urn:microsoft.com/office/officeart/2005/8/layout/list1"/>
    <dgm:cxn modelId="{772082E3-531E-4B80-88C9-A935A2D34D33}" type="presOf" srcId="{2659375F-6FB2-4E33-AD34-B0D4123777B1}" destId="{C1580952-ED11-47EF-B994-BC44E6FF7C43}" srcOrd="1" destOrd="0" presId="urn:microsoft.com/office/officeart/2005/8/layout/list1"/>
    <dgm:cxn modelId="{7F8286F7-543D-46AF-AB0D-73E3DB37E573}" type="presOf" srcId="{1581F2CB-A47B-450D-B89C-5CDF84419E9B}" destId="{E460F264-D827-45FC-8C17-1B871611008F}" srcOrd="0" destOrd="0" presId="urn:microsoft.com/office/officeart/2005/8/layout/list1"/>
    <dgm:cxn modelId="{3F8764FF-D326-4FA3-BCE5-DF19D0A02FED}" srcId="{0FD1B758-9C0A-438C-83E3-353DEB34B51E}" destId="{1581F2CB-A47B-450D-B89C-5CDF84419E9B}" srcOrd="1" destOrd="0" parTransId="{92778A78-5F0C-408C-935E-67F4685902F3}" sibTransId="{9F989F91-30AF-437B-8120-1243C45430A1}"/>
    <dgm:cxn modelId="{860A676D-9A6F-4CE1-A42C-5B7C4B5D83EA}" type="presParOf" srcId="{72160BAD-BC4F-4A55-B712-ADDB512129CB}" destId="{A45476E6-AD84-463B-B0C3-0EF105D3614F}" srcOrd="0" destOrd="0" presId="urn:microsoft.com/office/officeart/2005/8/layout/list1"/>
    <dgm:cxn modelId="{3DB0C74A-FE7C-4A7D-8F81-B9E76FDF08D6}" type="presParOf" srcId="{A45476E6-AD84-463B-B0C3-0EF105D3614F}" destId="{9CE45DE0-BDF8-49C3-96D0-5E222D80111C}" srcOrd="0" destOrd="0" presId="urn:microsoft.com/office/officeart/2005/8/layout/list1"/>
    <dgm:cxn modelId="{1D420AEF-5C87-45B7-930E-EFCEEE4D3DCA}" type="presParOf" srcId="{A45476E6-AD84-463B-B0C3-0EF105D3614F}" destId="{C1580952-ED11-47EF-B994-BC44E6FF7C43}" srcOrd="1" destOrd="0" presId="urn:microsoft.com/office/officeart/2005/8/layout/list1"/>
    <dgm:cxn modelId="{79D6B96B-7702-4715-8EE7-EAD9B72F798E}" type="presParOf" srcId="{72160BAD-BC4F-4A55-B712-ADDB512129CB}" destId="{F384599E-A104-49A8-B963-B1CB8FAB3B75}" srcOrd="1" destOrd="0" presId="urn:microsoft.com/office/officeart/2005/8/layout/list1"/>
    <dgm:cxn modelId="{4446C8FA-C2BF-4147-A275-A95479366B6C}" type="presParOf" srcId="{72160BAD-BC4F-4A55-B712-ADDB512129CB}" destId="{CD2E9C80-A4D8-4717-A21D-9DECDE9326E4}" srcOrd="2" destOrd="0" presId="urn:microsoft.com/office/officeart/2005/8/layout/list1"/>
    <dgm:cxn modelId="{27D0AD32-8A9F-414C-A142-78E4AF13F43A}" type="presParOf" srcId="{72160BAD-BC4F-4A55-B712-ADDB512129CB}" destId="{7922329E-90F4-465F-AB22-C4C2A7E0D1B7}" srcOrd="3" destOrd="0" presId="urn:microsoft.com/office/officeart/2005/8/layout/list1"/>
    <dgm:cxn modelId="{E8243673-3549-40BD-A243-F0E1A7D4B449}" type="presParOf" srcId="{72160BAD-BC4F-4A55-B712-ADDB512129CB}" destId="{5A5594DA-BD8B-4257-B361-DCA59D90E3FE}" srcOrd="4" destOrd="0" presId="urn:microsoft.com/office/officeart/2005/8/layout/list1"/>
    <dgm:cxn modelId="{F5C85957-0900-4D48-9E42-9B9033ED923C}" type="presParOf" srcId="{5A5594DA-BD8B-4257-B361-DCA59D90E3FE}" destId="{E460F264-D827-45FC-8C17-1B871611008F}" srcOrd="0" destOrd="0" presId="urn:microsoft.com/office/officeart/2005/8/layout/list1"/>
    <dgm:cxn modelId="{9C078392-B91B-4AF7-9F9F-8A3E89A73FB0}" type="presParOf" srcId="{5A5594DA-BD8B-4257-B361-DCA59D90E3FE}" destId="{58B564CE-541C-460F-BFAC-C7D698859BE2}" srcOrd="1" destOrd="0" presId="urn:microsoft.com/office/officeart/2005/8/layout/list1"/>
    <dgm:cxn modelId="{10CDA429-3845-4474-AD58-C25D06AC07C9}" type="presParOf" srcId="{72160BAD-BC4F-4A55-B712-ADDB512129CB}" destId="{58009325-6CD9-4736-878F-FAB84C61C890}" srcOrd="5" destOrd="0" presId="urn:microsoft.com/office/officeart/2005/8/layout/list1"/>
    <dgm:cxn modelId="{201F0306-9C17-41E2-A0A6-811350AA9B99}" type="presParOf" srcId="{72160BAD-BC4F-4A55-B712-ADDB512129CB}" destId="{F634B024-0BD4-497B-BB8B-C9459CDCA92C}" srcOrd="6" destOrd="0" presId="urn:microsoft.com/office/officeart/2005/8/layout/list1"/>
    <dgm:cxn modelId="{9B8D3183-AAF7-4393-9048-20F82BC7D6EB}" type="presParOf" srcId="{72160BAD-BC4F-4A55-B712-ADDB512129CB}" destId="{829013A6-1998-4E06-9E5E-78095A1E8E23}" srcOrd="7" destOrd="0" presId="urn:microsoft.com/office/officeart/2005/8/layout/list1"/>
    <dgm:cxn modelId="{27A51C17-35AD-4297-965D-B73684D4B5E7}" type="presParOf" srcId="{72160BAD-BC4F-4A55-B712-ADDB512129CB}" destId="{E5B007AE-D84D-4EB1-8C95-CF837A21C7C3}" srcOrd="8" destOrd="0" presId="urn:microsoft.com/office/officeart/2005/8/layout/list1"/>
    <dgm:cxn modelId="{F2336878-909C-4576-BC44-6DC91CD7EB97}" type="presParOf" srcId="{E5B007AE-D84D-4EB1-8C95-CF837A21C7C3}" destId="{63BFEDE2-200E-43B1-B274-1E8E17DF7C66}" srcOrd="0" destOrd="0" presId="urn:microsoft.com/office/officeart/2005/8/layout/list1"/>
    <dgm:cxn modelId="{62F0DF7E-A234-4937-AF39-F65012ECBC98}" type="presParOf" srcId="{E5B007AE-D84D-4EB1-8C95-CF837A21C7C3}" destId="{5E96A630-79FF-402A-8D4D-D3F038FC4248}" srcOrd="1" destOrd="0" presId="urn:microsoft.com/office/officeart/2005/8/layout/list1"/>
    <dgm:cxn modelId="{37BDE080-8BA0-454E-97CD-3BF75014A26A}" type="presParOf" srcId="{72160BAD-BC4F-4A55-B712-ADDB512129CB}" destId="{112168BC-3596-42D1-8545-EF6ADDAC26DC}" srcOrd="9" destOrd="0" presId="urn:microsoft.com/office/officeart/2005/8/layout/list1"/>
    <dgm:cxn modelId="{5D682455-E7D7-4EF6-8826-F1DB5CCBAEB1}" type="presParOf" srcId="{72160BAD-BC4F-4A55-B712-ADDB512129CB}" destId="{2EECA643-9072-4DF9-9DA1-8A5502839102}" srcOrd="10" destOrd="0" presId="urn:microsoft.com/office/officeart/2005/8/layout/list1"/>
    <dgm:cxn modelId="{E0F19FA9-6E17-4B15-BD25-10BEEBF4A871}" type="presParOf" srcId="{72160BAD-BC4F-4A55-B712-ADDB512129CB}" destId="{6BD493E4-29F6-4EAA-B221-00978C7FCA64}" srcOrd="11" destOrd="0" presId="urn:microsoft.com/office/officeart/2005/8/layout/list1"/>
    <dgm:cxn modelId="{5E644D16-D85C-4C72-AAE8-0020C5A478BD}" type="presParOf" srcId="{72160BAD-BC4F-4A55-B712-ADDB512129CB}" destId="{983B0957-C168-45D3-BDF3-178F6B4DEC63}" srcOrd="12" destOrd="0" presId="urn:microsoft.com/office/officeart/2005/8/layout/list1"/>
    <dgm:cxn modelId="{7A314E29-D14B-4B9D-BCE3-3C13E1A27BFC}" type="presParOf" srcId="{983B0957-C168-45D3-BDF3-178F6B4DEC63}" destId="{86CF465B-FAE4-450D-A0B5-36EA77A154B9}" srcOrd="0" destOrd="0" presId="urn:microsoft.com/office/officeart/2005/8/layout/list1"/>
    <dgm:cxn modelId="{FD92B054-DAFA-4FF3-B613-106F03A32547}" type="presParOf" srcId="{983B0957-C168-45D3-BDF3-178F6B4DEC63}" destId="{DAB16F7D-82C8-4C18-92D7-5E1940FB4F43}" srcOrd="1" destOrd="0" presId="urn:microsoft.com/office/officeart/2005/8/layout/list1"/>
    <dgm:cxn modelId="{2F29623C-F03E-4CE4-BECF-19EAB3004ABA}" type="presParOf" srcId="{72160BAD-BC4F-4A55-B712-ADDB512129CB}" destId="{6EA32030-6E5E-4B87-8630-7945D1F24EDE}" srcOrd="13" destOrd="0" presId="urn:microsoft.com/office/officeart/2005/8/layout/list1"/>
    <dgm:cxn modelId="{476D308E-534D-4275-B568-587AA4413741}" type="presParOf" srcId="{72160BAD-BC4F-4A55-B712-ADDB512129CB}" destId="{1B1F6D76-FD72-4BD7-A146-890D7DBC73DF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9B7CA8-D199-4A66-A1A9-31F1B7EF74D4}">
      <dsp:nvSpPr>
        <dsp:cNvPr id="0" name=""/>
        <dsp:cNvSpPr/>
      </dsp:nvSpPr>
      <dsp:spPr>
        <a:xfrm>
          <a:off x="3194" y="1012425"/>
          <a:ext cx="3891370" cy="1556548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015" tIns="40005" rIns="40005" bIns="40005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Segmentation</a:t>
          </a:r>
        </a:p>
      </dsp:txBody>
      <dsp:txXfrm>
        <a:off x="781468" y="1012425"/>
        <a:ext cx="2334822" cy="1556548"/>
      </dsp:txXfrm>
    </dsp:sp>
    <dsp:sp modelId="{F4E531DE-9EC3-4C4E-BD65-0E5077F7109F}">
      <dsp:nvSpPr>
        <dsp:cNvPr id="0" name=""/>
        <dsp:cNvSpPr/>
      </dsp:nvSpPr>
      <dsp:spPr>
        <a:xfrm>
          <a:off x="3505427" y="1012425"/>
          <a:ext cx="3891370" cy="1556548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015" tIns="40005" rIns="40005" bIns="40005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Targeting</a:t>
          </a:r>
        </a:p>
      </dsp:txBody>
      <dsp:txXfrm>
        <a:off x="4283701" y="1012425"/>
        <a:ext cx="2334822" cy="1556548"/>
      </dsp:txXfrm>
    </dsp:sp>
    <dsp:sp modelId="{9BF9E281-F59E-4626-BB17-50D2CF725FCC}">
      <dsp:nvSpPr>
        <dsp:cNvPr id="0" name=""/>
        <dsp:cNvSpPr/>
      </dsp:nvSpPr>
      <dsp:spPr>
        <a:xfrm>
          <a:off x="7007661" y="1012425"/>
          <a:ext cx="3891370" cy="1556548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015" tIns="40005" rIns="40005" bIns="40005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Positioning</a:t>
          </a:r>
        </a:p>
      </dsp:txBody>
      <dsp:txXfrm>
        <a:off x="7785935" y="1012425"/>
        <a:ext cx="2334822" cy="15565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151674-6852-4901-B6EE-3A734647FD6D}">
      <dsp:nvSpPr>
        <dsp:cNvPr id="0" name=""/>
        <dsp:cNvSpPr/>
      </dsp:nvSpPr>
      <dsp:spPr>
        <a:xfrm>
          <a:off x="0" y="3380"/>
          <a:ext cx="5544616" cy="7200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2C4B266-BDC7-4DF1-A75C-4562050EDF99}">
      <dsp:nvSpPr>
        <dsp:cNvPr id="0" name=""/>
        <dsp:cNvSpPr/>
      </dsp:nvSpPr>
      <dsp:spPr>
        <a:xfrm>
          <a:off x="217807" y="165385"/>
          <a:ext cx="396013" cy="3960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5DE7745-B7C0-45FF-B478-724F70FAE1E4}">
      <dsp:nvSpPr>
        <dsp:cNvPr id="0" name=""/>
        <dsp:cNvSpPr/>
      </dsp:nvSpPr>
      <dsp:spPr>
        <a:xfrm>
          <a:off x="831628" y="3380"/>
          <a:ext cx="4712987" cy="720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3" tIns="76203" rIns="76203" bIns="7620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Times New Roman" panose="02020603050405020304" pitchFamily="18" charset="0"/>
            </a:rPr>
            <a:t>Recognition of a need </a:t>
          </a:r>
        </a:p>
      </dsp:txBody>
      <dsp:txXfrm>
        <a:off x="831628" y="3380"/>
        <a:ext cx="4712987" cy="720024"/>
      </dsp:txXfrm>
    </dsp:sp>
    <dsp:sp modelId="{E0DCC539-CB45-49F1-AE98-5D0D36B7FA52}">
      <dsp:nvSpPr>
        <dsp:cNvPr id="0" name=""/>
        <dsp:cNvSpPr/>
      </dsp:nvSpPr>
      <dsp:spPr>
        <a:xfrm>
          <a:off x="0" y="903411"/>
          <a:ext cx="5544616" cy="7200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FFBC3D7-9022-477E-980D-AAE6B5261994}">
      <dsp:nvSpPr>
        <dsp:cNvPr id="0" name=""/>
        <dsp:cNvSpPr/>
      </dsp:nvSpPr>
      <dsp:spPr>
        <a:xfrm>
          <a:off x="217807" y="1065416"/>
          <a:ext cx="396013" cy="3960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D97DC89-40D6-4C01-84CD-8C32A1AAC5DC}">
      <dsp:nvSpPr>
        <dsp:cNvPr id="0" name=""/>
        <dsp:cNvSpPr/>
      </dsp:nvSpPr>
      <dsp:spPr>
        <a:xfrm>
          <a:off x="831628" y="903411"/>
          <a:ext cx="4712987" cy="720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3" tIns="76203" rIns="76203" bIns="7620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Times New Roman" panose="02020603050405020304" pitchFamily="18" charset="0"/>
            </a:rPr>
            <a:t>Information search</a:t>
          </a:r>
        </a:p>
      </dsp:txBody>
      <dsp:txXfrm>
        <a:off x="831628" y="903411"/>
        <a:ext cx="4712987" cy="720024"/>
      </dsp:txXfrm>
    </dsp:sp>
    <dsp:sp modelId="{235809F4-BFC8-4B15-9370-4B2655BD9E7E}">
      <dsp:nvSpPr>
        <dsp:cNvPr id="0" name=""/>
        <dsp:cNvSpPr/>
      </dsp:nvSpPr>
      <dsp:spPr>
        <a:xfrm>
          <a:off x="0" y="1803442"/>
          <a:ext cx="5544616" cy="7200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0FA8AC7-17EF-42BC-AACB-81172C80100A}">
      <dsp:nvSpPr>
        <dsp:cNvPr id="0" name=""/>
        <dsp:cNvSpPr/>
      </dsp:nvSpPr>
      <dsp:spPr>
        <a:xfrm>
          <a:off x="217807" y="1965447"/>
          <a:ext cx="396013" cy="3960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333AEF4-016F-4E05-8514-DDBB8307FAC2}">
      <dsp:nvSpPr>
        <dsp:cNvPr id="0" name=""/>
        <dsp:cNvSpPr/>
      </dsp:nvSpPr>
      <dsp:spPr>
        <a:xfrm>
          <a:off x="831628" y="1803442"/>
          <a:ext cx="4712987" cy="720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3" tIns="76203" rIns="76203" bIns="7620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Times New Roman" panose="02020603050405020304" pitchFamily="18" charset="0"/>
            </a:rPr>
            <a:t>Evaluation of alternatives </a:t>
          </a:r>
        </a:p>
      </dsp:txBody>
      <dsp:txXfrm>
        <a:off x="831628" y="1803442"/>
        <a:ext cx="4712987" cy="720024"/>
      </dsp:txXfrm>
    </dsp:sp>
    <dsp:sp modelId="{2120B4A9-795A-43BB-AA5A-53E43AB7E082}">
      <dsp:nvSpPr>
        <dsp:cNvPr id="0" name=""/>
        <dsp:cNvSpPr/>
      </dsp:nvSpPr>
      <dsp:spPr>
        <a:xfrm>
          <a:off x="0" y="2703473"/>
          <a:ext cx="5544616" cy="7200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C58740C-1693-4A26-BCB9-09E90456228E}">
      <dsp:nvSpPr>
        <dsp:cNvPr id="0" name=""/>
        <dsp:cNvSpPr/>
      </dsp:nvSpPr>
      <dsp:spPr>
        <a:xfrm>
          <a:off x="217807" y="2865478"/>
          <a:ext cx="396013" cy="3960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5B89DFC-0E20-4043-8C63-395DDC56FACF}">
      <dsp:nvSpPr>
        <dsp:cNvPr id="0" name=""/>
        <dsp:cNvSpPr/>
      </dsp:nvSpPr>
      <dsp:spPr>
        <a:xfrm>
          <a:off x="831628" y="2703473"/>
          <a:ext cx="4712987" cy="720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3" tIns="76203" rIns="76203" bIns="7620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Times New Roman" panose="02020603050405020304" pitchFamily="18" charset="0"/>
            </a:rPr>
            <a:t>Purchase decision</a:t>
          </a:r>
        </a:p>
      </dsp:txBody>
      <dsp:txXfrm>
        <a:off x="831628" y="2703473"/>
        <a:ext cx="4712987" cy="720024"/>
      </dsp:txXfrm>
    </dsp:sp>
    <dsp:sp modelId="{81C85823-BBB9-4D3A-B6EE-A6BC23E065B7}">
      <dsp:nvSpPr>
        <dsp:cNvPr id="0" name=""/>
        <dsp:cNvSpPr/>
      </dsp:nvSpPr>
      <dsp:spPr>
        <a:xfrm>
          <a:off x="0" y="3603503"/>
          <a:ext cx="5544616" cy="7200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5DEAC3D-F621-4247-B7B4-962CAD962A4A}">
      <dsp:nvSpPr>
        <dsp:cNvPr id="0" name=""/>
        <dsp:cNvSpPr/>
      </dsp:nvSpPr>
      <dsp:spPr>
        <a:xfrm>
          <a:off x="217807" y="3765509"/>
          <a:ext cx="396013" cy="3960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67A2809-9DB7-4A63-81BF-A2178D548C76}">
      <dsp:nvSpPr>
        <dsp:cNvPr id="0" name=""/>
        <dsp:cNvSpPr/>
      </dsp:nvSpPr>
      <dsp:spPr>
        <a:xfrm>
          <a:off x="831628" y="3603503"/>
          <a:ext cx="4712987" cy="720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3" tIns="76203" rIns="76203" bIns="7620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Times New Roman" panose="02020603050405020304" pitchFamily="18" charset="0"/>
            </a:rPr>
            <a:t>Post-purchase evaluation</a:t>
          </a:r>
        </a:p>
      </dsp:txBody>
      <dsp:txXfrm>
        <a:off x="831628" y="3603503"/>
        <a:ext cx="4712987" cy="7200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4F70C8-8137-4B11-BCA8-7E4DEA32B135}">
      <dsp:nvSpPr>
        <dsp:cNvPr id="0" name=""/>
        <dsp:cNvSpPr/>
      </dsp:nvSpPr>
      <dsp:spPr>
        <a:xfrm>
          <a:off x="3794985" y="2895315"/>
          <a:ext cx="3046198" cy="199957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Segmentation variables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41090" y="3188147"/>
        <a:ext cx="2153988" cy="1413915"/>
      </dsp:txXfrm>
    </dsp:sp>
    <dsp:sp modelId="{0C7AD4BC-F278-429E-A136-70FCA2353D42}">
      <dsp:nvSpPr>
        <dsp:cNvPr id="0" name=""/>
        <dsp:cNvSpPr/>
      </dsp:nvSpPr>
      <dsp:spPr>
        <a:xfrm rot="10343986">
          <a:off x="2001266" y="3937188"/>
          <a:ext cx="1731936" cy="569880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0BB69F9-C48C-4B53-B84A-6573C2E18FFA}">
      <dsp:nvSpPr>
        <dsp:cNvPr id="0" name=""/>
        <dsp:cNvSpPr/>
      </dsp:nvSpPr>
      <dsp:spPr>
        <a:xfrm>
          <a:off x="941248" y="3776779"/>
          <a:ext cx="2135250" cy="11197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Sociodemographic variables</a:t>
          </a:r>
        </a:p>
      </dsp:txBody>
      <dsp:txXfrm>
        <a:off x="974045" y="3809576"/>
        <a:ext cx="2069656" cy="1054170"/>
      </dsp:txXfrm>
    </dsp:sp>
    <dsp:sp modelId="{66750CFC-335F-41A0-A29E-20C0188057DC}">
      <dsp:nvSpPr>
        <dsp:cNvPr id="0" name=""/>
        <dsp:cNvSpPr/>
      </dsp:nvSpPr>
      <dsp:spPr>
        <a:xfrm rot="11855309">
          <a:off x="2319233" y="2909439"/>
          <a:ext cx="1576687" cy="569880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242561"/>
                <a:satOff val="-13988"/>
                <a:lumOff val="143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242561"/>
                <a:satOff val="-13988"/>
                <a:lumOff val="143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242561"/>
                <a:satOff val="-13988"/>
                <a:lumOff val="143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5682DBA-8FC2-437E-8512-4D696871E144}">
      <dsp:nvSpPr>
        <dsp:cNvPr id="0" name=""/>
        <dsp:cNvSpPr/>
      </dsp:nvSpPr>
      <dsp:spPr>
        <a:xfrm>
          <a:off x="1288462" y="2396277"/>
          <a:ext cx="2135250" cy="11197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242561"/>
                <a:satOff val="-13988"/>
                <a:lumOff val="143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242561"/>
                <a:satOff val="-13988"/>
                <a:lumOff val="143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242561"/>
                <a:satOff val="-13988"/>
                <a:lumOff val="143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Geographic variables</a:t>
          </a:r>
        </a:p>
      </dsp:txBody>
      <dsp:txXfrm>
        <a:off x="1321259" y="2429074"/>
        <a:ext cx="2069656" cy="1054170"/>
      </dsp:txXfrm>
    </dsp:sp>
    <dsp:sp modelId="{AE18EAD1-5D56-46E5-BCE6-405B1D4FAF78}">
      <dsp:nvSpPr>
        <dsp:cNvPr id="0" name=""/>
        <dsp:cNvSpPr/>
      </dsp:nvSpPr>
      <dsp:spPr>
        <a:xfrm rot="13752879">
          <a:off x="3120827" y="2033015"/>
          <a:ext cx="1673204" cy="569880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485121"/>
                <a:satOff val="-27976"/>
                <a:lumOff val="287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485121"/>
                <a:satOff val="-27976"/>
                <a:lumOff val="287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485121"/>
                <a:satOff val="-27976"/>
                <a:lumOff val="287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9A55CE6-98B8-463F-97BD-DE8DB967A296}">
      <dsp:nvSpPr>
        <dsp:cNvPr id="0" name=""/>
        <dsp:cNvSpPr/>
      </dsp:nvSpPr>
      <dsp:spPr>
        <a:xfrm>
          <a:off x="2343313" y="1124629"/>
          <a:ext cx="2135250" cy="11197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485121"/>
                <a:satOff val="-27976"/>
                <a:lumOff val="287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485121"/>
                <a:satOff val="-27976"/>
                <a:lumOff val="287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485121"/>
                <a:satOff val="-27976"/>
                <a:lumOff val="287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Psychographic variables</a:t>
          </a:r>
        </a:p>
      </dsp:txBody>
      <dsp:txXfrm>
        <a:off x="2376110" y="1157426"/>
        <a:ext cx="2069656" cy="1054170"/>
      </dsp:txXfrm>
    </dsp:sp>
    <dsp:sp modelId="{60FB60D2-71E8-43EE-AA12-9550BFF3AA1F}">
      <dsp:nvSpPr>
        <dsp:cNvPr id="0" name=""/>
        <dsp:cNvSpPr/>
      </dsp:nvSpPr>
      <dsp:spPr>
        <a:xfrm rot="16551571">
          <a:off x="4490585" y="1447111"/>
          <a:ext cx="2098968" cy="569880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40FB5E2-2433-4A23-A8DD-2ED09EAD80C3}">
      <dsp:nvSpPr>
        <dsp:cNvPr id="0" name=""/>
        <dsp:cNvSpPr/>
      </dsp:nvSpPr>
      <dsp:spPr>
        <a:xfrm>
          <a:off x="4579586" y="128168"/>
          <a:ext cx="2135250" cy="11197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Behavioral variables</a:t>
          </a:r>
        </a:p>
      </dsp:txBody>
      <dsp:txXfrm>
        <a:off x="4612383" y="160965"/>
        <a:ext cx="2069656" cy="1054170"/>
      </dsp:txXfrm>
    </dsp:sp>
    <dsp:sp modelId="{AA95828A-5518-473D-87E5-63922713FBE5}">
      <dsp:nvSpPr>
        <dsp:cNvPr id="0" name=""/>
        <dsp:cNvSpPr/>
      </dsp:nvSpPr>
      <dsp:spPr>
        <a:xfrm rot="19091217">
          <a:off x="6062139" y="2108007"/>
          <a:ext cx="1870494" cy="569880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970242"/>
                <a:satOff val="-55952"/>
                <a:lumOff val="575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970242"/>
                <a:satOff val="-55952"/>
                <a:lumOff val="575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970242"/>
                <a:satOff val="-55952"/>
                <a:lumOff val="575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CD82303-B0C3-40EF-84C7-1C620F1F6618}">
      <dsp:nvSpPr>
        <dsp:cNvPr id="0" name=""/>
        <dsp:cNvSpPr/>
      </dsp:nvSpPr>
      <dsp:spPr>
        <a:xfrm>
          <a:off x="6626823" y="1209533"/>
          <a:ext cx="2135250" cy="11197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970242"/>
                <a:satOff val="-55952"/>
                <a:lumOff val="575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970242"/>
                <a:satOff val="-55952"/>
                <a:lumOff val="575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970242"/>
                <a:satOff val="-55952"/>
                <a:lumOff val="575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Volume and profitability</a:t>
          </a:r>
        </a:p>
      </dsp:txBody>
      <dsp:txXfrm>
        <a:off x="6659620" y="1242330"/>
        <a:ext cx="2069656" cy="1054170"/>
      </dsp:txXfrm>
    </dsp:sp>
    <dsp:sp modelId="{E046924F-9A4A-4595-AB17-452B772BE586}">
      <dsp:nvSpPr>
        <dsp:cNvPr id="0" name=""/>
        <dsp:cNvSpPr/>
      </dsp:nvSpPr>
      <dsp:spPr>
        <a:xfrm rot="20578078">
          <a:off x="6751073" y="2931366"/>
          <a:ext cx="1565660" cy="569880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1212803"/>
                <a:satOff val="-69940"/>
                <a:lumOff val="719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212803"/>
                <a:satOff val="-69940"/>
                <a:lumOff val="719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212803"/>
                <a:satOff val="-69940"/>
                <a:lumOff val="719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217E17D-4166-45FF-B13E-E88E18769AA6}">
      <dsp:nvSpPr>
        <dsp:cNvPr id="0" name=""/>
        <dsp:cNvSpPr/>
      </dsp:nvSpPr>
      <dsp:spPr>
        <a:xfrm>
          <a:off x="7214774" y="2427128"/>
          <a:ext cx="2135250" cy="11197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212803"/>
                <a:satOff val="-69940"/>
                <a:lumOff val="719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212803"/>
                <a:satOff val="-69940"/>
                <a:lumOff val="719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212803"/>
                <a:satOff val="-69940"/>
                <a:lumOff val="719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Variables specific to a market</a:t>
          </a:r>
        </a:p>
      </dsp:txBody>
      <dsp:txXfrm>
        <a:off x="7247571" y="2459925"/>
        <a:ext cx="2069656" cy="1054170"/>
      </dsp:txXfrm>
    </dsp:sp>
    <dsp:sp modelId="{2A6F844A-6A83-4651-9FB1-66CDD8F99DA6}">
      <dsp:nvSpPr>
        <dsp:cNvPr id="0" name=""/>
        <dsp:cNvSpPr/>
      </dsp:nvSpPr>
      <dsp:spPr>
        <a:xfrm rot="459602">
          <a:off x="6901070" y="3937907"/>
          <a:ext cx="1707707" cy="569880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948A2A4-2433-43C1-8333-0ABCC0E76440}">
      <dsp:nvSpPr>
        <dsp:cNvPr id="0" name=""/>
        <dsp:cNvSpPr/>
      </dsp:nvSpPr>
      <dsp:spPr>
        <a:xfrm>
          <a:off x="7533533" y="3776779"/>
          <a:ext cx="2135250" cy="11197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Combination of variables</a:t>
          </a:r>
        </a:p>
      </dsp:txBody>
      <dsp:txXfrm>
        <a:off x="7566330" y="3809576"/>
        <a:ext cx="2069656" cy="10541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C17823-4D6D-4129-8601-E89F16EC6AC0}">
      <dsp:nvSpPr>
        <dsp:cNvPr id="0" name=""/>
        <dsp:cNvSpPr/>
      </dsp:nvSpPr>
      <dsp:spPr>
        <a:xfrm rot="16200000">
          <a:off x="910" y="160115"/>
          <a:ext cx="4820665" cy="4820665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C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5400000">
        <a:off x="910" y="1365281"/>
        <a:ext cx="3977049" cy="2410333"/>
      </dsp:txXfrm>
    </dsp:sp>
    <dsp:sp modelId="{621ADEC9-A73A-4B1E-B802-53F013425263}">
      <dsp:nvSpPr>
        <dsp:cNvPr id="0" name=""/>
        <dsp:cNvSpPr/>
      </dsp:nvSpPr>
      <dsp:spPr>
        <a:xfrm rot="5400000">
          <a:off x="5080854" y="160115"/>
          <a:ext cx="4820665" cy="4820665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5924470" y="1365281"/>
        <a:ext cx="3977049" cy="24103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53D005-CFA2-4987-A85C-4ADB8638755D}">
      <dsp:nvSpPr>
        <dsp:cNvPr id="0" name=""/>
        <dsp:cNvSpPr/>
      </dsp:nvSpPr>
      <dsp:spPr>
        <a:xfrm>
          <a:off x="0" y="2422"/>
          <a:ext cx="112098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52CCE9-9A6E-4CE9-9948-81974A16FD97}">
      <dsp:nvSpPr>
        <dsp:cNvPr id="0" name=""/>
        <dsp:cNvSpPr/>
      </dsp:nvSpPr>
      <dsp:spPr>
        <a:xfrm>
          <a:off x="0" y="2422"/>
          <a:ext cx="2241973" cy="49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>
              <a:latin typeface="+mn-lt"/>
              <a:cs typeface="Times New Roman" panose="02020603050405020304" pitchFamily="18" charset="0"/>
            </a:rPr>
            <a:t>Pricing strategies and  contexts</a:t>
          </a:r>
        </a:p>
      </dsp:txBody>
      <dsp:txXfrm>
        <a:off x="0" y="2422"/>
        <a:ext cx="2241973" cy="4956621"/>
      </dsp:txXfrm>
    </dsp:sp>
    <dsp:sp modelId="{1CE795B5-CD0B-4050-9D2A-F3174840DC6C}">
      <dsp:nvSpPr>
        <dsp:cNvPr id="0" name=""/>
        <dsp:cNvSpPr/>
      </dsp:nvSpPr>
      <dsp:spPr>
        <a:xfrm>
          <a:off x="2410121" y="117625"/>
          <a:ext cx="2820402" cy="2304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>
              <a:latin typeface="+mn-lt"/>
              <a:cs typeface="Times New Roman" panose="02020603050405020304" pitchFamily="18" charset="0"/>
            </a:rPr>
            <a:t>External influences</a:t>
          </a:r>
        </a:p>
      </dsp:txBody>
      <dsp:txXfrm>
        <a:off x="2410121" y="117625"/>
        <a:ext cx="2820402" cy="2304054"/>
      </dsp:txXfrm>
    </dsp:sp>
    <dsp:sp modelId="{59786C3A-5EC6-4664-87D4-BA7206C30108}">
      <dsp:nvSpPr>
        <dsp:cNvPr id="0" name=""/>
        <dsp:cNvSpPr/>
      </dsp:nvSpPr>
      <dsp:spPr>
        <a:xfrm>
          <a:off x="5398671" y="117625"/>
          <a:ext cx="2820402" cy="1152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+mn-lt"/>
              <a:cs typeface="Times New Roman" panose="02020603050405020304" pitchFamily="18" charset="0"/>
            </a:rPr>
            <a:t>Competitive pressure</a:t>
          </a:r>
        </a:p>
      </dsp:txBody>
      <dsp:txXfrm>
        <a:off x="5398671" y="117625"/>
        <a:ext cx="2820402" cy="1152027"/>
      </dsp:txXfrm>
    </dsp:sp>
    <dsp:sp modelId="{7EB5032F-32B1-491D-8503-068E70228FA6}">
      <dsp:nvSpPr>
        <dsp:cNvPr id="0" name=""/>
        <dsp:cNvSpPr/>
      </dsp:nvSpPr>
      <dsp:spPr>
        <a:xfrm>
          <a:off x="8389464" y="117625"/>
          <a:ext cx="2820402" cy="383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+mn-lt"/>
              <a:cs typeface="Times New Roman" panose="02020603050405020304" pitchFamily="18" charset="0"/>
            </a:rPr>
            <a:t>Price leadership</a:t>
          </a:r>
        </a:p>
      </dsp:txBody>
      <dsp:txXfrm>
        <a:off x="8389464" y="117625"/>
        <a:ext cx="2820402" cy="383634"/>
      </dsp:txXfrm>
    </dsp:sp>
    <dsp:sp modelId="{9BDBBDB1-1B41-4EA1-B4BE-7A0A871BAAE7}">
      <dsp:nvSpPr>
        <dsp:cNvPr id="0" name=""/>
        <dsp:cNvSpPr/>
      </dsp:nvSpPr>
      <dsp:spPr>
        <a:xfrm>
          <a:off x="8387224" y="501259"/>
          <a:ext cx="2820402" cy="383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+mn-lt"/>
              <a:cs typeface="Times New Roman" panose="02020603050405020304" pitchFamily="18" charset="0"/>
            </a:rPr>
            <a:t>Competitive parity</a:t>
          </a:r>
        </a:p>
      </dsp:txBody>
      <dsp:txXfrm>
        <a:off x="8387224" y="501259"/>
        <a:ext cx="2820402" cy="383634"/>
      </dsp:txXfrm>
    </dsp:sp>
    <dsp:sp modelId="{1FD382B5-FF0C-426B-9F63-DD2EC4EF56AC}">
      <dsp:nvSpPr>
        <dsp:cNvPr id="0" name=""/>
        <dsp:cNvSpPr/>
      </dsp:nvSpPr>
      <dsp:spPr>
        <a:xfrm>
          <a:off x="8387224" y="884893"/>
          <a:ext cx="2820402" cy="383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+mn-lt"/>
              <a:cs typeface="Times New Roman" panose="02020603050405020304" pitchFamily="18" charset="0"/>
            </a:rPr>
            <a:t>Low-cost pricing</a:t>
          </a:r>
        </a:p>
      </dsp:txBody>
      <dsp:txXfrm>
        <a:off x="8387224" y="884893"/>
        <a:ext cx="2820402" cy="383634"/>
      </dsp:txXfrm>
    </dsp:sp>
    <dsp:sp modelId="{5202FC63-BE3B-4164-84F3-403A974186E4}">
      <dsp:nvSpPr>
        <dsp:cNvPr id="0" name=""/>
        <dsp:cNvSpPr/>
      </dsp:nvSpPr>
      <dsp:spPr>
        <a:xfrm>
          <a:off x="5230523" y="1269652"/>
          <a:ext cx="59771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1CAA17-E116-49C8-9C50-1A88FE42C87A}">
      <dsp:nvSpPr>
        <dsp:cNvPr id="0" name=""/>
        <dsp:cNvSpPr/>
      </dsp:nvSpPr>
      <dsp:spPr>
        <a:xfrm>
          <a:off x="5398671" y="1269652"/>
          <a:ext cx="2820402" cy="1152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+mn-lt"/>
              <a:cs typeface="Times New Roman" panose="02020603050405020304" pitchFamily="18" charset="0"/>
            </a:rPr>
            <a:t>Consumer preferences</a:t>
          </a:r>
        </a:p>
      </dsp:txBody>
      <dsp:txXfrm>
        <a:off x="5398671" y="1269652"/>
        <a:ext cx="2820402" cy="1152027"/>
      </dsp:txXfrm>
    </dsp:sp>
    <dsp:sp modelId="{1F271AE7-E2DE-45CD-AAFF-E66F6517B54C}">
      <dsp:nvSpPr>
        <dsp:cNvPr id="0" name=""/>
        <dsp:cNvSpPr/>
      </dsp:nvSpPr>
      <dsp:spPr>
        <a:xfrm>
          <a:off x="8387224" y="1269652"/>
          <a:ext cx="2820402" cy="1152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+mn-lt"/>
              <a:cs typeface="Times New Roman" panose="02020603050405020304" pitchFamily="18" charset="0"/>
            </a:rPr>
            <a:t>Price signaling </a:t>
          </a:r>
        </a:p>
      </dsp:txBody>
      <dsp:txXfrm>
        <a:off x="8387224" y="1269652"/>
        <a:ext cx="2820402" cy="1152027"/>
      </dsp:txXfrm>
    </dsp:sp>
    <dsp:sp modelId="{3C62DF3C-6535-4F67-B9DE-DF983A6120B6}">
      <dsp:nvSpPr>
        <dsp:cNvPr id="0" name=""/>
        <dsp:cNvSpPr/>
      </dsp:nvSpPr>
      <dsp:spPr>
        <a:xfrm>
          <a:off x="2241973" y="2421679"/>
          <a:ext cx="896789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08AC0A-ADD5-49AE-94CE-5FA09E545B33}">
      <dsp:nvSpPr>
        <dsp:cNvPr id="0" name=""/>
        <dsp:cNvSpPr/>
      </dsp:nvSpPr>
      <dsp:spPr>
        <a:xfrm>
          <a:off x="2410121" y="2536882"/>
          <a:ext cx="2820402" cy="2304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>
              <a:latin typeface="+mn-lt"/>
              <a:cs typeface="Times New Roman" panose="02020603050405020304" pitchFamily="18" charset="0"/>
            </a:rPr>
            <a:t>Internal influences</a:t>
          </a:r>
        </a:p>
      </dsp:txBody>
      <dsp:txXfrm>
        <a:off x="2410121" y="2536882"/>
        <a:ext cx="2820402" cy="2304054"/>
      </dsp:txXfrm>
    </dsp:sp>
    <dsp:sp modelId="{A41E65A1-A57F-4C6B-AC6B-3CC6708691D6}">
      <dsp:nvSpPr>
        <dsp:cNvPr id="0" name=""/>
        <dsp:cNvSpPr/>
      </dsp:nvSpPr>
      <dsp:spPr>
        <a:xfrm>
          <a:off x="5398671" y="2536882"/>
          <a:ext cx="2820402" cy="7672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+mn-lt"/>
              <a:cs typeface="Times New Roman" panose="02020603050405020304" pitchFamily="18" charset="0"/>
            </a:rPr>
            <a:t>Company cost</a:t>
          </a:r>
        </a:p>
      </dsp:txBody>
      <dsp:txXfrm>
        <a:off x="5398671" y="2536882"/>
        <a:ext cx="2820402" cy="767268"/>
      </dsp:txXfrm>
    </dsp:sp>
    <dsp:sp modelId="{B7DA1086-7659-49AC-9CBE-C2AF4D6E61DD}">
      <dsp:nvSpPr>
        <dsp:cNvPr id="0" name=""/>
        <dsp:cNvSpPr/>
      </dsp:nvSpPr>
      <dsp:spPr>
        <a:xfrm>
          <a:off x="8387224" y="2536882"/>
          <a:ext cx="2820402" cy="7672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+mn-lt"/>
              <a:cs typeface="Times New Roman" panose="02020603050405020304" pitchFamily="18" charset="0"/>
            </a:rPr>
            <a:t>Cost-plus pricing</a:t>
          </a:r>
        </a:p>
      </dsp:txBody>
      <dsp:txXfrm>
        <a:off x="8387224" y="2536882"/>
        <a:ext cx="2820402" cy="767268"/>
      </dsp:txXfrm>
    </dsp:sp>
    <dsp:sp modelId="{CE91C1BB-5AC6-4F65-87AB-CAEEE6B1D23B}">
      <dsp:nvSpPr>
        <dsp:cNvPr id="0" name=""/>
        <dsp:cNvSpPr/>
      </dsp:nvSpPr>
      <dsp:spPr>
        <a:xfrm>
          <a:off x="5230523" y="3304150"/>
          <a:ext cx="59771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D879B9-1436-40A7-A56E-9175119D3ED7}">
      <dsp:nvSpPr>
        <dsp:cNvPr id="0" name=""/>
        <dsp:cNvSpPr/>
      </dsp:nvSpPr>
      <dsp:spPr>
        <a:xfrm>
          <a:off x="5398671" y="3304150"/>
          <a:ext cx="2820402" cy="7672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+mn-lt"/>
              <a:cs typeface="Times New Roman" panose="02020603050405020304" pitchFamily="18" charset="0"/>
            </a:rPr>
            <a:t>Product lines</a:t>
          </a:r>
        </a:p>
      </dsp:txBody>
      <dsp:txXfrm>
        <a:off x="5398671" y="3304150"/>
        <a:ext cx="2820402" cy="767268"/>
      </dsp:txXfrm>
    </dsp:sp>
    <dsp:sp modelId="{71F54F2B-CCE1-45B4-854A-6F900FE5CCB0}">
      <dsp:nvSpPr>
        <dsp:cNvPr id="0" name=""/>
        <dsp:cNvSpPr/>
      </dsp:nvSpPr>
      <dsp:spPr>
        <a:xfrm>
          <a:off x="8387224" y="3304150"/>
          <a:ext cx="2820402" cy="255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+mn-lt"/>
              <a:cs typeface="Times New Roman" panose="02020603050405020304" pitchFamily="18" charset="0"/>
            </a:rPr>
            <a:t>Complementary product pricing</a:t>
          </a:r>
        </a:p>
      </dsp:txBody>
      <dsp:txXfrm>
        <a:off x="8387224" y="3304150"/>
        <a:ext cx="2820402" cy="255506"/>
      </dsp:txXfrm>
    </dsp:sp>
    <dsp:sp modelId="{8E2FDAD7-51D9-419D-8153-87DF9AF227BD}">
      <dsp:nvSpPr>
        <dsp:cNvPr id="0" name=""/>
        <dsp:cNvSpPr/>
      </dsp:nvSpPr>
      <dsp:spPr>
        <a:xfrm>
          <a:off x="8387222" y="3559657"/>
          <a:ext cx="2820402" cy="255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+mn-lt"/>
              <a:cs typeface="Times New Roman" panose="02020603050405020304" pitchFamily="18" charset="0"/>
            </a:rPr>
            <a:t>Price bunding</a:t>
          </a:r>
        </a:p>
      </dsp:txBody>
      <dsp:txXfrm>
        <a:off x="8387222" y="3559657"/>
        <a:ext cx="2820402" cy="255506"/>
      </dsp:txXfrm>
    </dsp:sp>
    <dsp:sp modelId="{B99CE532-1C63-4234-B7C9-B49ECA114C0B}">
      <dsp:nvSpPr>
        <dsp:cNvPr id="0" name=""/>
        <dsp:cNvSpPr/>
      </dsp:nvSpPr>
      <dsp:spPr>
        <a:xfrm>
          <a:off x="8387224" y="3815163"/>
          <a:ext cx="2820402" cy="255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+mn-lt"/>
              <a:cs typeface="Times New Roman" panose="02020603050405020304" pitchFamily="18" charset="0"/>
            </a:rPr>
            <a:t>Customer value</a:t>
          </a:r>
        </a:p>
      </dsp:txBody>
      <dsp:txXfrm>
        <a:off x="8387224" y="3815163"/>
        <a:ext cx="2820402" cy="255506"/>
      </dsp:txXfrm>
    </dsp:sp>
    <dsp:sp modelId="{3D0A03AC-5DBC-4A81-89B7-66F541B88A01}">
      <dsp:nvSpPr>
        <dsp:cNvPr id="0" name=""/>
        <dsp:cNvSpPr/>
      </dsp:nvSpPr>
      <dsp:spPr>
        <a:xfrm>
          <a:off x="5230523" y="4071419"/>
          <a:ext cx="59771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938E1A-96FF-4261-9B17-A6DF194A82C4}">
      <dsp:nvSpPr>
        <dsp:cNvPr id="0" name=""/>
        <dsp:cNvSpPr/>
      </dsp:nvSpPr>
      <dsp:spPr>
        <a:xfrm>
          <a:off x="5398671" y="4071419"/>
          <a:ext cx="2820402" cy="7672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+mn-lt"/>
              <a:cs typeface="Times New Roman" panose="02020603050405020304" pitchFamily="18" charset="0"/>
            </a:rPr>
            <a:t>Product life cycle</a:t>
          </a:r>
        </a:p>
      </dsp:txBody>
      <dsp:txXfrm>
        <a:off x="5398671" y="4071419"/>
        <a:ext cx="2820402" cy="767268"/>
      </dsp:txXfrm>
    </dsp:sp>
    <dsp:sp modelId="{B3D118A1-4AEA-4F18-8445-2FAC9CA02FC2}">
      <dsp:nvSpPr>
        <dsp:cNvPr id="0" name=""/>
        <dsp:cNvSpPr/>
      </dsp:nvSpPr>
      <dsp:spPr>
        <a:xfrm>
          <a:off x="8387224" y="4071419"/>
          <a:ext cx="2820402" cy="191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+mn-lt"/>
              <a:cs typeface="Times New Roman" panose="02020603050405020304" pitchFamily="18" charset="0"/>
            </a:rPr>
            <a:t>Launch: skimming or penetration</a:t>
          </a:r>
        </a:p>
      </dsp:txBody>
      <dsp:txXfrm>
        <a:off x="8387224" y="4071419"/>
        <a:ext cx="2820402" cy="191817"/>
      </dsp:txXfrm>
    </dsp:sp>
    <dsp:sp modelId="{1B1D0F87-17E7-43FE-BA0E-10DC1B4791F6}">
      <dsp:nvSpPr>
        <dsp:cNvPr id="0" name=""/>
        <dsp:cNvSpPr/>
      </dsp:nvSpPr>
      <dsp:spPr>
        <a:xfrm>
          <a:off x="8387224" y="4263236"/>
          <a:ext cx="2820402" cy="191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+mn-lt"/>
              <a:cs typeface="Times New Roman" panose="02020603050405020304" pitchFamily="18" charset="0"/>
            </a:rPr>
            <a:t>Growth: lower prices because of competition</a:t>
          </a:r>
        </a:p>
      </dsp:txBody>
      <dsp:txXfrm>
        <a:off x="8387224" y="4263236"/>
        <a:ext cx="2820402" cy="191817"/>
      </dsp:txXfrm>
    </dsp:sp>
    <dsp:sp modelId="{AB488626-DF3C-4AA4-882F-51E222C5BBE3}">
      <dsp:nvSpPr>
        <dsp:cNvPr id="0" name=""/>
        <dsp:cNvSpPr/>
      </dsp:nvSpPr>
      <dsp:spPr>
        <a:xfrm>
          <a:off x="8387222" y="4455053"/>
          <a:ext cx="2820402" cy="191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+mn-lt"/>
              <a:cs typeface="Times New Roman" panose="02020603050405020304" pitchFamily="18" charset="0"/>
            </a:rPr>
            <a:t>Maturity: discounts and reductions</a:t>
          </a:r>
        </a:p>
      </dsp:txBody>
      <dsp:txXfrm>
        <a:off x="8387222" y="4455053"/>
        <a:ext cx="2820402" cy="191817"/>
      </dsp:txXfrm>
    </dsp:sp>
    <dsp:sp modelId="{76575935-4424-42DF-9332-2987F0F86736}">
      <dsp:nvSpPr>
        <dsp:cNvPr id="0" name=""/>
        <dsp:cNvSpPr/>
      </dsp:nvSpPr>
      <dsp:spPr>
        <a:xfrm>
          <a:off x="8387222" y="4646870"/>
          <a:ext cx="2820402" cy="191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+mn-lt"/>
              <a:cs typeface="Times New Roman" panose="02020603050405020304" pitchFamily="18" charset="0"/>
            </a:rPr>
            <a:t>Decline: sharp drop in prices or withdraw</a:t>
          </a:r>
        </a:p>
      </dsp:txBody>
      <dsp:txXfrm>
        <a:off x="8387222" y="4646870"/>
        <a:ext cx="2820402" cy="191817"/>
      </dsp:txXfrm>
    </dsp:sp>
    <dsp:sp modelId="{B32D395E-F01E-44AB-8809-40DB50387406}">
      <dsp:nvSpPr>
        <dsp:cNvPr id="0" name=""/>
        <dsp:cNvSpPr/>
      </dsp:nvSpPr>
      <dsp:spPr>
        <a:xfrm>
          <a:off x="2241973" y="4840937"/>
          <a:ext cx="896789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D52DB6-A107-4801-9F87-610D2BF891E5}">
      <dsp:nvSpPr>
        <dsp:cNvPr id="0" name=""/>
        <dsp:cNvSpPr/>
      </dsp:nvSpPr>
      <dsp:spPr>
        <a:xfrm>
          <a:off x="3267" y="1163858"/>
          <a:ext cx="1428479" cy="1419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Launch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Penetration Pricing OR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Market Skimming</a:t>
          </a:r>
        </a:p>
      </dsp:txBody>
      <dsp:txXfrm>
        <a:off x="44844" y="1205435"/>
        <a:ext cx="1345325" cy="1336397"/>
      </dsp:txXfrm>
    </dsp:sp>
    <dsp:sp modelId="{0968C406-F42F-4204-929C-3221EEFB0E10}">
      <dsp:nvSpPr>
        <dsp:cNvPr id="0" name=""/>
        <dsp:cNvSpPr/>
      </dsp:nvSpPr>
      <dsp:spPr>
        <a:xfrm>
          <a:off x="1574594" y="1696503"/>
          <a:ext cx="302837" cy="3542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574594" y="1767355"/>
        <a:ext cx="211986" cy="212558"/>
      </dsp:txXfrm>
    </dsp:sp>
    <dsp:sp modelId="{00AC9BFE-A14B-4823-A02C-E560B7D8050F}">
      <dsp:nvSpPr>
        <dsp:cNvPr id="0" name=""/>
        <dsp:cNvSpPr/>
      </dsp:nvSpPr>
      <dsp:spPr>
        <a:xfrm>
          <a:off x="2003138" y="1163858"/>
          <a:ext cx="1428479" cy="1419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Growth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Lower prices as competition increases</a:t>
          </a:r>
        </a:p>
      </dsp:txBody>
      <dsp:txXfrm>
        <a:off x="2044715" y="1205435"/>
        <a:ext cx="1345325" cy="1336397"/>
      </dsp:txXfrm>
    </dsp:sp>
    <dsp:sp modelId="{0B86DC30-39B0-4A00-9B60-86170DF02FC1}">
      <dsp:nvSpPr>
        <dsp:cNvPr id="0" name=""/>
        <dsp:cNvSpPr/>
      </dsp:nvSpPr>
      <dsp:spPr>
        <a:xfrm>
          <a:off x="3574465" y="1696503"/>
          <a:ext cx="302837" cy="3542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574465" y="1767355"/>
        <a:ext cx="211986" cy="212558"/>
      </dsp:txXfrm>
    </dsp:sp>
    <dsp:sp modelId="{30E9C31D-F866-4FFD-A97F-930F84473672}">
      <dsp:nvSpPr>
        <dsp:cNvPr id="0" name=""/>
        <dsp:cNvSpPr/>
      </dsp:nvSpPr>
      <dsp:spPr>
        <a:xfrm>
          <a:off x="4003009" y="1163858"/>
          <a:ext cx="1428479" cy="1419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Maturity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Rebates &amp; reductions</a:t>
          </a:r>
        </a:p>
      </dsp:txBody>
      <dsp:txXfrm>
        <a:off x="4044586" y="1205435"/>
        <a:ext cx="1345325" cy="1336397"/>
      </dsp:txXfrm>
    </dsp:sp>
    <dsp:sp modelId="{A3F3989C-5569-4104-8EBB-4832757B43B9}">
      <dsp:nvSpPr>
        <dsp:cNvPr id="0" name=""/>
        <dsp:cNvSpPr/>
      </dsp:nvSpPr>
      <dsp:spPr>
        <a:xfrm>
          <a:off x="5574336" y="1696503"/>
          <a:ext cx="302837" cy="3542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574336" y="1767355"/>
        <a:ext cx="211986" cy="212558"/>
      </dsp:txXfrm>
    </dsp:sp>
    <dsp:sp modelId="{7F9920D6-F022-42D5-956C-84296C113114}">
      <dsp:nvSpPr>
        <dsp:cNvPr id="0" name=""/>
        <dsp:cNvSpPr/>
      </dsp:nvSpPr>
      <dsp:spPr>
        <a:xfrm>
          <a:off x="6002880" y="1163858"/>
          <a:ext cx="1428479" cy="1419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Decline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Sharp drop of prices (liquidation)</a:t>
          </a:r>
        </a:p>
      </dsp:txBody>
      <dsp:txXfrm>
        <a:off x="6044457" y="1205435"/>
        <a:ext cx="1345325" cy="133639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1FEAD0-0FA1-4BFF-8F06-54DF4ADE884F}">
      <dsp:nvSpPr>
        <dsp:cNvPr id="0" name=""/>
        <dsp:cNvSpPr/>
      </dsp:nvSpPr>
      <dsp:spPr>
        <a:xfrm>
          <a:off x="4170763" y="1782504"/>
          <a:ext cx="351381" cy="11332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5690" y="0"/>
              </a:lnTo>
              <a:lnTo>
                <a:pt x="175690" y="1133206"/>
              </a:lnTo>
              <a:lnTo>
                <a:pt x="351381" y="113320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C26A83-26FD-415D-8BF6-21A8A0D2521B}">
      <dsp:nvSpPr>
        <dsp:cNvPr id="0" name=""/>
        <dsp:cNvSpPr/>
      </dsp:nvSpPr>
      <dsp:spPr>
        <a:xfrm>
          <a:off x="8387345" y="2160239"/>
          <a:ext cx="351381" cy="18886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5690" y="0"/>
              </a:lnTo>
              <a:lnTo>
                <a:pt x="175690" y="1888677"/>
              </a:lnTo>
              <a:lnTo>
                <a:pt x="351381" y="188867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085DBB-FBE1-446A-B278-6A83587BBB1A}">
      <dsp:nvSpPr>
        <dsp:cNvPr id="0" name=""/>
        <dsp:cNvSpPr/>
      </dsp:nvSpPr>
      <dsp:spPr>
        <a:xfrm>
          <a:off x="8387345" y="2160239"/>
          <a:ext cx="351381" cy="11332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5690" y="0"/>
              </a:lnTo>
              <a:lnTo>
                <a:pt x="175690" y="1133206"/>
              </a:lnTo>
              <a:lnTo>
                <a:pt x="351381" y="113320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E3CC5F-2215-43B4-AD24-9D45B71EBFD6}">
      <dsp:nvSpPr>
        <dsp:cNvPr id="0" name=""/>
        <dsp:cNvSpPr/>
      </dsp:nvSpPr>
      <dsp:spPr>
        <a:xfrm>
          <a:off x="8387345" y="2160239"/>
          <a:ext cx="351381" cy="3777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5690" y="0"/>
              </a:lnTo>
              <a:lnTo>
                <a:pt x="175690" y="377735"/>
              </a:lnTo>
              <a:lnTo>
                <a:pt x="351381" y="37773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3CD79B-B2BA-486B-BE59-2251A15C5E9B}">
      <dsp:nvSpPr>
        <dsp:cNvPr id="0" name=""/>
        <dsp:cNvSpPr/>
      </dsp:nvSpPr>
      <dsp:spPr>
        <a:xfrm>
          <a:off x="8387345" y="1782504"/>
          <a:ext cx="351381" cy="377735"/>
        </a:xfrm>
        <a:custGeom>
          <a:avLst/>
          <a:gdLst/>
          <a:ahLst/>
          <a:cxnLst/>
          <a:rect l="0" t="0" r="0" b="0"/>
          <a:pathLst>
            <a:path>
              <a:moveTo>
                <a:pt x="0" y="377735"/>
              </a:moveTo>
              <a:lnTo>
                <a:pt x="175690" y="377735"/>
              </a:lnTo>
              <a:lnTo>
                <a:pt x="175690" y="0"/>
              </a:lnTo>
              <a:lnTo>
                <a:pt x="351381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25BD22-109D-4C66-BD20-33AEA839CAB5}">
      <dsp:nvSpPr>
        <dsp:cNvPr id="0" name=""/>
        <dsp:cNvSpPr/>
      </dsp:nvSpPr>
      <dsp:spPr>
        <a:xfrm>
          <a:off x="8387345" y="1027033"/>
          <a:ext cx="351381" cy="1133206"/>
        </a:xfrm>
        <a:custGeom>
          <a:avLst/>
          <a:gdLst/>
          <a:ahLst/>
          <a:cxnLst/>
          <a:rect l="0" t="0" r="0" b="0"/>
          <a:pathLst>
            <a:path>
              <a:moveTo>
                <a:pt x="0" y="1133206"/>
              </a:moveTo>
              <a:lnTo>
                <a:pt x="175690" y="1133206"/>
              </a:lnTo>
              <a:lnTo>
                <a:pt x="175690" y="0"/>
              </a:lnTo>
              <a:lnTo>
                <a:pt x="351381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DCBA4E-66C5-4CF2-90E5-A7FD4ABB1A29}">
      <dsp:nvSpPr>
        <dsp:cNvPr id="0" name=""/>
        <dsp:cNvSpPr/>
      </dsp:nvSpPr>
      <dsp:spPr>
        <a:xfrm>
          <a:off x="8387345" y="271562"/>
          <a:ext cx="351381" cy="1888677"/>
        </a:xfrm>
        <a:custGeom>
          <a:avLst/>
          <a:gdLst/>
          <a:ahLst/>
          <a:cxnLst/>
          <a:rect l="0" t="0" r="0" b="0"/>
          <a:pathLst>
            <a:path>
              <a:moveTo>
                <a:pt x="0" y="1888677"/>
              </a:moveTo>
              <a:lnTo>
                <a:pt x="175690" y="1888677"/>
              </a:lnTo>
              <a:lnTo>
                <a:pt x="175690" y="0"/>
              </a:lnTo>
              <a:lnTo>
                <a:pt x="351381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8FB973-4D1C-4DB6-A4FC-9AAEAE46A13C}">
      <dsp:nvSpPr>
        <dsp:cNvPr id="0" name=""/>
        <dsp:cNvSpPr/>
      </dsp:nvSpPr>
      <dsp:spPr>
        <a:xfrm>
          <a:off x="6279054" y="2114519"/>
          <a:ext cx="3513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1381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B979F1-20F1-4617-B0E7-B9E48DD7ADA3}">
      <dsp:nvSpPr>
        <dsp:cNvPr id="0" name=""/>
        <dsp:cNvSpPr/>
      </dsp:nvSpPr>
      <dsp:spPr>
        <a:xfrm>
          <a:off x="4170763" y="1782504"/>
          <a:ext cx="351381" cy="3777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5690" y="0"/>
              </a:lnTo>
              <a:lnTo>
                <a:pt x="175690" y="377735"/>
              </a:lnTo>
              <a:lnTo>
                <a:pt x="351381" y="37773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162C06-3A0D-4117-8254-412F45809146}">
      <dsp:nvSpPr>
        <dsp:cNvPr id="0" name=""/>
        <dsp:cNvSpPr/>
      </dsp:nvSpPr>
      <dsp:spPr>
        <a:xfrm>
          <a:off x="4170763" y="1404769"/>
          <a:ext cx="351381" cy="377735"/>
        </a:xfrm>
        <a:custGeom>
          <a:avLst/>
          <a:gdLst/>
          <a:ahLst/>
          <a:cxnLst/>
          <a:rect l="0" t="0" r="0" b="0"/>
          <a:pathLst>
            <a:path>
              <a:moveTo>
                <a:pt x="0" y="377735"/>
              </a:moveTo>
              <a:lnTo>
                <a:pt x="175690" y="377735"/>
              </a:lnTo>
              <a:lnTo>
                <a:pt x="175690" y="0"/>
              </a:lnTo>
              <a:lnTo>
                <a:pt x="351381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3EC620-1648-478E-B6A8-EC41FBF67C5C}">
      <dsp:nvSpPr>
        <dsp:cNvPr id="0" name=""/>
        <dsp:cNvSpPr/>
      </dsp:nvSpPr>
      <dsp:spPr>
        <a:xfrm>
          <a:off x="4170763" y="649298"/>
          <a:ext cx="351381" cy="1133206"/>
        </a:xfrm>
        <a:custGeom>
          <a:avLst/>
          <a:gdLst/>
          <a:ahLst/>
          <a:cxnLst/>
          <a:rect l="0" t="0" r="0" b="0"/>
          <a:pathLst>
            <a:path>
              <a:moveTo>
                <a:pt x="0" y="1133206"/>
              </a:moveTo>
              <a:lnTo>
                <a:pt x="175690" y="1133206"/>
              </a:lnTo>
              <a:lnTo>
                <a:pt x="175690" y="0"/>
              </a:lnTo>
              <a:lnTo>
                <a:pt x="351381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A38E71-2BCE-48D8-AAF8-1A88FB9E8294}">
      <dsp:nvSpPr>
        <dsp:cNvPr id="0" name=""/>
        <dsp:cNvSpPr/>
      </dsp:nvSpPr>
      <dsp:spPr>
        <a:xfrm>
          <a:off x="2062472" y="1736784"/>
          <a:ext cx="3513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1381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5CE5CE-ACB0-4D04-AA07-24504C5AC235}">
      <dsp:nvSpPr>
        <dsp:cNvPr id="0" name=""/>
        <dsp:cNvSpPr/>
      </dsp:nvSpPr>
      <dsp:spPr>
        <a:xfrm>
          <a:off x="305563" y="1514575"/>
          <a:ext cx="1756909" cy="53585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+mn-lt"/>
              <a:cs typeface="Times New Roman" panose="02020603050405020304" pitchFamily="18" charset="0"/>
            </a:rPr>
            <a:t>Marketing objectives</a:t>
          </a:r>
        </a:p>
      </dsp:txBody>
      <dsp:txXfrm>
        <a:off x="305563" y="1514575"/>
        <a:ext cx="1756909" cy="535857"/>
      </dsp:txXfrm>
    </dsp:sp>
    <dsp:sp modelId="{DB4896AA-CF1C-4527-A349-683500F1996E}">
      <dsp:nvSpPr>
        <dsp:cNvPr id="0" name=""/>
        <dsp:cNvSpPr/>
      </dsp:nvSpPr>
      <dsp:spPr>
        <a:xfrm>
          <a:off x="2413854" y="1514575"/>
          <a:ext cx="1756909" cy="5358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+mn-lt"/>
              <a:cs typeface="Times New Roman" panose="02020603050405020304" pitchFamily="18" charset="0"/>
            </a:rPr>
            <a:t>The marketing mix</a:t>
          </a:r>
          <a:endParaRPr lang="en-US" sz="1500" kern="1200" dirty="0">
            <a:latin typeface="+mn-lt"/>
            <a:cs typeface="Times New Roman" panose="02020603050405020304" pitchFamily="18" charset="0"/>
          </a:endParaRPr>
        </a:p>
      </dsp:txBody>
      <dsp:txXfrm>
        <a:off x="2413854" y="1514575"/>
        <a:ext cx="1756909" cy="535857"/>
      </dsp:txXfrm>
    </dsp:sp>
    <dsp:sp modelId="{23B4AE15-0778-4081-8F8F-14D8F62E6BC9}">
      <dsp:nvSpPr>
        <dsp:cNvPr id="0" name=""/>
        <dsp:cNvSpPr/>
      </dsp:nvSpPr>
      <dsp:spPr>
        <a:xfrm>
          <a:off x="4522145" y="381369"/>
          <a:ext cx="1756909" cy="53585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+mn-lt"/>
              <a:cs typeface="Times New Roman" panose="02020603050405020304" pitchFamily="18" charset="0"/>
            </a:rPr>
            <a:t>Product </a:t>
          </a:r>
          <a:endParaRPr lang="en-US" sz="1500" kern="1200" dirty="0">
            <a:latin typeface="+mn-lt"/>
            <a:cs typeface="Times New Roman" panose="02020603050405020304" pitchFamily="18" charset="0"/>
          </a:endParaRPr>
        </a:p>
      </dsp:txBody>
      <dsp:txXfrm>
        <a:off x="4522145" y="381369"/>
        <a:ext cx="1756909" cy="535857"/>
      </dsp:txXfrm>
    </dsp:sp>
    <dsp:sp modelId="{53131F29-F928-4D3D-B2A5-9FE4BE827F47}">
      <dsp:nvSpPr>
        <dsp:cNvPr id="0" name=""/>
        <dsp:cNvSpPr/>
      </dsp:nvSpPr>
      <dsp:spPr>
        <a:xfrm>
          <a:off x="4522145" y="1136840"/>
          <a:ext cx="1756909" cy="53585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+mn-lt"/>
              <a:cs typeface="Times New Roman" panose="02020603050405020304" pitchFamily="18" charset="0"/>
            </a:rPr>
            <a:t>Price </a:t>
          </a:r>
          <a:endParaRPr lang="en-US" sz="1500" kern="1200" dirty="0">
            <a:latin typeface="+mn-lt"/>
            <a:cs typeface="Times New Roman" panose="02020603050405020304" pitchFamily="18" charset="0"/>
          </a:endParaRPr>
        </a:p>
      </dsp:txBody>
      <dsp:txXfrm>
        <a:off x="4522145" y="1136840"/>
        <a:ext cx="1756909" cy="535857"/>
      </dsp:txXfrm>
    </dsp:sp>
    <dsp:sp modelId="{01F8CF37-B2FD-40E4-A03C-0C169771AAB2}">
      <dsp:nvSpPr>
        <dsp:cNvPr id="0" name=""/>
        <dsp:cNvSpPr/>
      </dsp:nvSpPr>
      <dsp:spPr>
        <a:xfrm>
          <a:off x="4522145" y="1892311"/>
          <a:ext cx="1756909" cy="53585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+mn-lt"/>
              <a:cs typeface="Times New Roman" panose="02020603050405020304" pitchFamily="18" charset="0"/>
            </a:rPr>
            <a:t>Communication  </a:t>
          </a:r>
          <a:endParaRPr lang="en-US" sz="1500" kern="1200" dirty="0">
            <a:latin typeface="+mn-lt"/>
            <a:cs typeface="Times New Roman" panose="02020603050405020304" pitchFamily="18" charset="0"/>
          </a:endParaRPr>
        </a:p>
      </dsp:txBody>
      <dsp:txXfrm>
        <a:off x="4522145" y="1892311"/>
        <a:ext cx="1756909" cy="535857"/>
      </dsp:txXfrm>
    </dsp:sp>
    <dsp:sp modelId="{AE447505-B5CC-49A6-971C-160B5FBA00B4}">
      <dsp:nvSpPr>
        <dsp:cNvPr id="0" name=""/>
        <dsp:cNvSpPr/>
      </dsp:nvSpPr>
      <dsp:spPr>
        <a:xfrm>
          <a:off x="6630436" y="1892311"/>
          <a:ext cx="1756909" cy="5358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>
              <a:latin typeface="+mn-lt"/>
              <a:cs typeface="Times New Roman" panose="02020603050405020304" pitchFamily="18" charset="0"/>
            </a:rPr>
            <a:t>Integrated marketing communications</a:t>
          </a:r>
        </a:p>
      </dsp:txBody>
      <dsp:txXfrm>
        <a:off x="6630436" y="1892311"/>
        <a:ext cx="1756909" cy="535857"/>
      </dsp:txXfrm>
    </dsp:sp>
    <dsp:sp modelId="{0EC4C760-6C1A-4D9E-B9BC-88C5700CF919}">
      <dsp:nvSpPr>
        <dsp:cNvPr id="0" name=""/>
        <dsp:cNvSpPr/>
      </dsp:nvSpPr>
      <dsp:spPr>
        <a:xfrm>
          <a:off x="8738727" y="3634"/>
          <a:ext cx="1756909" cy="5358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+mn-lt"/>
              <a:cs typeface="Times New Roman" panose="02020603050405020304" pitchFamily="18" charset="0"/>
            </a:rPr>
            <a:t>Advertising </a:t>
          </a:r>
        </a:p>
      </dsp:txBody>
      <dsp:txXfrm>
        <a:off x="8738727" y="3634"/>
        <a:ext cx="1756909" cy="535857"/>
      </dsp:txXfrm>
    </dsp:sp>
    <dsp:sp modelId="{C21AD8EC-EA7D-47B2-9C9F-0998280BD0F8}">
      <dsp:nvSpPr>
        <dsp:cNvPr id="0" name=""/>
        <dsp:cNvSpPr/>
      </dsp:nvSpPr>
      <dsp:spPr>
        <a:xfrm>
          <a:off x="8738727" y="759105"/>
          <a:ext cx="1756909" cy="5358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+mn-lt"/>
              <a:cs typeface="Times New Roman" panose="02020603050405020304" pitchFamily="18" charset="0"/>
            </a:rPr>
            <a:t>Public relations</a:t>
          </a:r>
          <a:endParaRPr lang="en-US" sz="1500" kern="1200" dirty="0">
            <a:latin typeface="+mn-lt"/>
            <a:cs typeface="Times New Roman" panose="02020603050405020304" pitchFamily="18" charset="0"/>
          </a:endParaRPr>
        </a:p>
      </dsp:txBody>
      <dsp:txXfrm>
        <a:off x="8738727" y="759105"/>
        <a:ext cx="1756909" cy="535857"/>
      </dsp:txXfrm>
    </dsp:sp>
    <dsp:sp modelId="{4C3697A2-1342-4FE0-9ABD-2296A0B34681}">
      <dsp:nvSpPr>
        <dsp:cNvPr id="0" name=""/>
        <dsp:cNvSpPr/>
      </dsp:nvSpPr>
      <dsp:spPr>
        <a:xfrm>
          <a:off x="8738727" y="1514575"/>
          <a:ext cx="1756909" cy="5358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+mn-lt"/>
              <a:cs typeface="Times New Roman" panose="02020603050405020304" pitchFamily="18" charset="0"/>
            </a:rPr>
            <a:t>Personal selling </a:t>
          </a:r>
          <a:endParaRPr lang="en-US" sz="1500" kern="1200" dirty="0">
            <a:latin typeface="+mn-lt"/>
            <a:cs typeface="Times New Roman" panose="02020603050405020304" pitchFamily="18" charset="0"/>
          </a:endParaRPr>
        </a:p>
      </dsp:txBody>
      <dsp:txXfrm>
        <a:off x="8738727" y="1514575"/>
        <a:ext cx="1756909" cy="535857"/>
      </dsp:txXfrm>
    </dsp:sp>
    <dsp:sp modelId="{5474502D-E79C-4481-AC0D-FF68AC46C156}">
      <dsp:nvSpPr>
        <dsp:cNvPr id="0" name=""/>
        <dsp:cNvSpPr/>
      </dsp:nvSpPr>
      <dsp:spPr>
        <a:xfrm>
          <a:off x="8738727" y="2270046"/>
          <a:ext cx="1756909" cy="5358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+mn-lt"/>
              <a:cs typeface="Times New Roman" panose="02020603050405020304" pitchFamily="18" charset="0"/>
            </a:rPr>
            <a:t>Direct marketing</a:t>
          </a:r>
        </a:p>
      </dsp:txBody>
      <dsp:txXfrm>
        <a:off x="8738727" y="2270046"/>
        <a:ext cx="1756909" cy="535857"/>
      </dsp:txXfrm>
    </dsp:sp>
    <dsp:sp modelId="{521A4941-5E55-419D-81E0-83B3EFFDC729}">
      <dsp:nvSpPr>
        <dsp:cNvPr id="0" name=""/>
        <dsp:cNvSpPr/>
      </dsp:nvSpPr>
      <dsp:spPr>
        <a:xfrm>
          <a:off x="8738727" y="3025517"/>
          <a:ext cx="1756909" cy="5358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>
              <a:latin typeface="+mn-lt"/>
              <a:cs typeface="Times New Roman" panose="02020603050405020304" pitchFamily="18" charset="0"/>
            </a:rPr>
            <a:t>Sales promotion</a:t>
          </a:r>
          <a:r>
            <a:rPr lang="en-US" sz="1500" kern="1200" dirty="0">
              <a:latin typeface="+mn-lt"/>
              <a:cs typeface="Times New Roman" panose="02020603050405020304" pitchFamily="18" charset="0"/>
            </a:rPr>
            <a:t> </a:t>
          </a:r>
        </a:p>
      </dsp:txBody>
      <dsp:txXfrm>
        <a:off x="8738727" y="3025517"/>
        <a:ext cx="1756909" cy="535857"/>
      </dsp:txXfrm>
    </dsp:sp>
    <dsp:sp modelId="{49E56E9F-055B-4479-A4F0-678BE0887A52}">
      <dsp:nvSpPr>
        <dsp:cNvPr id="0" name=""/>
        <dsp:cNvSpPr/>
      </dsp:nvSpPr>
      <dsp:spPr>
        <a:xfrm>
          <a:off x="8738727" y="3780988"/>
          <a:ext cx="1756909" cy="5358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+mn-lt"/>
              <a:cs typeface="Times New Roman" panose="02020603050405020304" pitchFamily="18" charset="0"/>
            </a:rPr>
            <a:t>…… </a:t>
          </a:r>
        </a:p>
      </dsp:txBody>
      <dsp:txXfrm>
        <a:off x="8738727" y="3780988"/>
        <a:ext cx="1756909" cy="535857"/>
      </dsp:txXfrm>
    </dsp:sp>
    <dsp:sp modelId="{667D67F6-9FF5-43F1-B022-D788190B2D73}">
      <dsp:nvSpPr>
        <dsp:cNvPr id="0" name=""/>
        <dsp:cNvSpPr/>
      </dsp:nvSpPr>
      <dsp:spPr>
        <a:xfrm>
          <a:off x="4522145" y="2647782"/>
          <a:ext cx="1756909" cy="53585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+mn-lt"/>
              <a:cs typeface="Times New Roman" panose="02020603050405020304" pitchFamily="18" charset="0"/>
            </a:rPr>
            <a:t>Place (distribution ) </a:t>
          </a:r>
          <a:endParaRPr lang="en-US" sz="1500" kern="1200" dirty="0">
            <a:latin typeface="+mn-lt"/>
            <a:cs typeface="Times New Roman" panose="02020603050405020304" pitchFamily="18" charset="0"/>
          </a:endParaRPr>
        </a:p>
      </dsp:txBody>
      <dsp:txXfrm>
        <a:off x="4522145" y="2647782"/>
        <a:ext cx="1756909" cy="53585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2E9C80-A4D8-4717-A21D-9DECDE9326E4}">
      <dsp:nvSpPr>
        <dsp:cNvPr id="0" name=""/>
        <dsp:cNvSpPr/>
      </dsp:nvSpPr>
      <dsp:spPr>
        <a:xfrm>
          <a:off x="0" y="313792"/>
          <a:ext cx="6900512" cy="10773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395732" rIns="53555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Percentage of the target group exposed, at least once, to a set  of media during a certain period of time</a:t>
          </a:r>
        </a:p>
      </dsp:txBody>
      <dsp:txXfrm>
        <a:off x="0" y="313792"/>
        <a:ext cx="6900512" cy="1077300"/>
      </dsp:txXfrm>
    </dsp:sp>
    <dsp:sp modelId="{C1580952-ED11-47EF-B994-BC44E6FF7C43}">
      <dsp:nvSpPr>
        <dsp:cNvPr id="0" name=""/>
        <dsp:cNvSpPr/>
      </dsp:nvSpPr>
      <dsp:spPr>
        <a:xfrm>
          <a:off x="345025" y="33352"/>
          <a:ext cx="4830358" cy="5608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Reach</a:t>
          </a:r>
        </a:p>
      </dsp:txBody>
      <dsp:txXfrm>
        <a:off x="372405" y="60732"/>
        <a:ext cx="4775598" cy="506120"/>
      </dsp:txXfrm>
    </dsp:sp>
    <dsp:sp modelId="{F634B024-0BD4-497B-BB8B-C9459CDCA92C}">
      <dsp:nvSpPr>
        <dsp:cNvPr id="0" name=""/>
        <dsp:cNvSpPr/>
      </dsp:nvSpPr>
      <dsp:spPr>
        <a:xfrm>
          <a:off x="0" y="1774133"/>
          <a:ext cx="6900512" cy="10773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395732" rIns="53555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Number of times that the target population is  exposed to a message</a:t>
          </a:r>
        </a:p>
      </dsp:txBody>
      <dsp:txXfrm>
        <a:off x="0" y="1774133"/>
        <a:ext cx="6900512" cy="1077300"/>
      </dsp:txXfrm>
    </dsp:sp>
    <dsp:sp modelId="{58B564CE-541C-460F-BFAC-C7D698859BE2}">
      <dsp:nvSpPr>
        <dsp:cNvPr id="0" name=""/>
        <dsp:cNvSpPr/>
      </dsp:nvSpPr>
      <dsp:spPr>
        <a:xfrm>
          <a:off x="345025" y="1493693"/>
          <a:ext cx="4830358" cy="5608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Opportunity to see/Frequency</a:t>
          </a:r>
        </a:p>
      </dsp:txBody>
      <dsp:txXfrm>
        <a:off x="372405" y="1521073"/>
        <a:ext cx="4775598" cy="506120"/>
      </dsp:txXfrm>
    </dsp:sp>
    <dsp:sp modelId="{2EECA643-9072-4DF9-9DA1-8A5502839102}">
      <dsp:nvSpPr>
        <dsp:cNvPr id="0" name=""/>
        <dsp:cNvSpPr/>
      </dsp:nvSpPr>
      <dsp:spPr>
        <a:xfrm>
          <a:off x="0" y="3234473"/>
          <a:ext cx="6900512" cy="80797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395732" rIns="53555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Cost per 1000 (e.g. $11 paid for 1000 views)</a:t>
          </a:r>
        </a:p>
      </dsp:txBody>
      <dsp:txXfrm>
        <a:off x="0" y="3234473"/>
        <a:ext cx="6900512" cy="807975"/>
      </dsp:txXfrm>
    </dsp:sp>
    <dsp:sp modelId="{5E96A630-79FF-402A-8D4D-D3F038FC4248}">
      <dsp:nvSpPr>
        <dsp:cNvPr id="0" name=""/>
        <dsp:cNvSpPr/>
      </dsp:nvSpPr>
      <dsp:spPr>
        <a:xfrm>
          <a:off x="345025" y="2954033"/>
          <a:ext cx="4830358" cy="5608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Cost per thousand (CPM)</a:t>
          </a:r>
        </a:p>
      </dsp:txBody>
      <dsp:txXfrm>
        <a:off x="372405" y="2981413"/>
        <a:ext cx="4775598" cy="506120"/>
      </dsp:txXfrm>
    </dsp:sp>
    <dsp:sp modelId="{1B1F6D76-FD72-4BD7-A146-890D7DBC73DF}">
      <dsp:nvSpPr>
        <dsp:cNvPr id="0" name=""/>
        <dsp:cNvSpPr/>
      </dsp:nvSpPr>
      <dsp:spPr>
        <a:xfrm>
          <a:off x="0" y="4425488"/>
          <a:ext cx="6900512" cy="10773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395732" rIns="53555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A brand’s portion of media purchases relative to its competitors </a:t>
          </a:r>
        </a:p>
      </dsp:txBody>
      <dsp:txXfrm>
        <a:off x="0" y="4425488"/>
        <a:ext cx="6900512" cy="1077300"/>
      </dsp:txXfrm>
    </dsp:sp>
    <dsp:sp modelId="{DAB16F7D-82C8-4C18-92D7-5E1940FB4F43}">
      <dsp:nvSpPr>
        <dsp:cNvPr id="0" name=""/>
        <dsp:cNvSpPr/>
      </dsp:nvSpPr>
      <dsp:spPr>
        <a:xfrm>
          <a:off x="345025" y="4145048"/>
          <a:ext cx="4830358" cy="5608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Share of Voice</a:t>
          </a:r>
        </a:p>
      </dsp:txBody>
      <dsp:txXfrm>
        <a:off x="372405" y="4172428"/>
        <a:ext cx="4775598" cy="506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#2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#1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#2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2E269C54-FC70-4BE3-8EE4-B2181ED0750B}" type="datetimeFigureOut">
              <a:rPr lang="en-IE" smtClean="0"/>
              <a:t>30/09/2026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08CCD4F3-4A1C-4581-9A97-9F7F760381D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4769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FB91549-43BF-425A-AF25-75262019208C}" type="slidenum">
              <a:rPr lang="fr-FR" noProof="0" smtClean="0"/>
              <a:t>20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988374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6E520-1E3F-407F-B761-04CCA3384A6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50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Marketing intermediaries</a:t>
            </a:r>
          </a:p>
          <a:p>
            <a:r>
              <a:rPr lang="en-US" dirty="0"/>
              <a:t>help the company promote, sell, and distribute its products to</a:t>
            </a:r>
          </a:p>
          <a:p>
            <a:r>
              <a:rPr lang="en-US" dirty="0"/>
              <a:t>final buyers. They include resellers, physical distribution firms, marketing services </a:t>
            </a:r>
            <a:r>
              <a:rPr lang="en-US" dirty="0" err="1"/>
              <a:t>agen</a:t>
            </a:r>
            <a:endParaRPr lang="en-US" dirty="0"/>
          </a:p>
          <a:p>
            <a:r>
              <a:rPr lang="en-US" dirty="0" err="1"/>
              <a:t>cies</a:t>
            </a:r>
            <a:r>
              <a:rPr lang="en-US" dirty="0"/>
              <a:t>,</a:t>
            </a:r>
          </a:p>
          <a:p>
            <a:r>
              <a:rPr lang="en-US" dirty="0"/>
              <a:t>and financial intermediaries. Resellers are distribution channel firms that help the com</a:t>
            </a:r>
          </a:p>
          <a:p>
            <a:r>
              <a:rPr lang="en-US" dirty="0" err="1"/>
              <a:t>pany</a:t>
            </a:r>
            <a:endParaRPr lang="en-US" dirty="0"/>
          </a:p>
          <a:p>
            <a:r>
              <a:rPr lang="en-US" dirty="0"/>
              <a:t>find customers or make sales to them. Coca-Cola assigns cross-functional teams dedicated to understanding the</a:t>
            </a:r>
          </a:p>
          <a:p>
            <a:r>
              <a:rPr lang="en-US" dirty="0"/>
              <a:t>finer points of each retail partner’s business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CCD4F3-4A1C-4581-9A97-9F7F760381D3}" type="slidenum">
              <a:rPr kumimoji="0" lang="en-IE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IE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452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E24AF-B5BD-498F-90AD-17A59726C1F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78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AECED-2DB9-413F-9E4C-34DFBDB1F570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713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DAECED-2DB9-413F-9E4C-34DFBDB1F5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11569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2B1C88-FDAB-4E1B-B9C2-AAF87B2030E2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210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37CE5-5EE5-46AD-9B0B-E3DC61B6B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366DB0-7AC3-4ED3-86EC-4B2A12959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196B3-1D6B-4810-A303-54D91E12D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8AB14-8B2C-40AC-821B-160B72A3A38C}" type="datetimeFigureOut">
              <a:rPr lang="en-IE" smtClean="0"/>
              <a:t>30/09/2026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1C38C-9A9D-426B-9CDE-0123513CD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C4EBE-CF97-405C-8BF0-4450C494E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678F5-2860-459A-844A-697A7FA6D5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2151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0DF0F-4321-4042-A676-48343ACA9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477"/>
            <a:ext cx="10515600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8E894-F736-4BA5-BE93-457F6EC45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88E86-DE4D-49F7-96BF-D864EBFC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8AB14-8B2C-40AC-821B-160B72A3A38C}" type="datetimeFigureOut">
              <a:rPr lang="en-IE" smtClean="0"/>
              <a:t>30/09/2026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555A0-4F92-43C8-A2DF-4EDDF3D8F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80E65-3EB3-420A-8D4F-22349595D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678F5-2860-459A-844A-697A7FA6D5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83994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E6B66-CFF5-4D09-A9B5-D06978071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F33E4-D1B9-4E00-8AAC-E12CB36EF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AEFD9-5154-4E31-A4C7-B61722402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8AB14-8B2C-40AC-821B-160B72A3A38C}" type="datetimeFigureOut">
              <a:rPr lang="en-IE" smtClean="0"/>
              <a:t>30/09/2026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2BC9A-86A6-4562-BEB5-EAC495158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BB496-82C7-48A7-804D-60E8B0F8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678F5-2860-459A-844A-697A7FA6D5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60193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EB4A1-55CC-4E72-9B1B-C1990E24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7BA45-074C-4F86-A05D-E7A644B675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06A79-D878-475B-9083-52E4A779D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8EFB19-2344-4629-92EE-53721BFB6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8AB14-8B2C-40AC-821B-160B72A3A38C}" type="datetimeFigureOut">
              <a:rPr lang="en-IE" smtClean="0"/>
              <a:t>30/09/2026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61DE8-8F2B-41D0-B5A1-9260CBCCA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926FA-F43A-416D-B3B9-18818242B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678F5-2860-459A-844A-697A7FA6D5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39884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73259-B06D-4B23-8928-7A0B8A69D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32CEB-78B1-40CE-B750-921BF1744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848FE7-0619-4C7A-836E-2C330F175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73A99B-8289-456D-9760-A23C55FB34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FE7147-E292-45C2-A18E-20A02B4251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DFC5F-52D7-42B0-A339-6B6AC3831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8AB14-8B2C-40AC-821B-160B72A3A38C}" type="datetimeFigureOut">
              <a:rPr lang="en-IE" smtClean="0"/>
              <a:t>30/09/2026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BE599B-7C7B-439C-8912-A8B80588C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6EDDE0-AF0D-4395-B616-E29CB534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678F5-2860-459A-844A-697A7FA6D5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95274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9B0D3-35FC-420E-B723-D0F3630B0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9A8249-4788-4B2D-A331-682BA7EDA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8AB14-8B2C-40AC-821B-160B72A3A38C}" type="datetimeFigureOut">
              <a:rPr lang="en-IE" smtClean="0"/>
              <a:t>30/09/2026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6A3497-90BE-4155-9069-5B6D8FFD6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702BBF-C5BC-4CEC-ADE2-729B3D1E4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678F5-2860-459A-844A-697A7FA6D5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18729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7493D9-D241-4130-8780-4A87F0159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8AB14-8B2C-40AC-821B-160B72A3A38C}" type="datetimeFigureOut">
              <a:rPr lang="en-IE" smtClean="0"/>
              <a:t>30/09/2026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A1A770-6E17-4225-BB39-D6A0BA593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DC1A2-5DF1-42B7-9590-1A5E0DE62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678F5-2860-459A-844A-697A7FA6D5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01688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172A2-8919-46BA-A4FB-8382F152B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FA6F9-15B7-4700-86EE-9E1E8668F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8FEEBB-B41F-41A2-8176-A30A0AAD8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7FB3C-03DE-4853-8E0A-0B3434812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8AB14-8B2C-40AC-821B-160B72A3A38C}" type="datetimeFigureOut">
              <a:rPr lang="en-IE" smtClean="0"/>
              <a:t>30/09/2026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397C8-5CE5-4742-872C-BC502B1B3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B81DD6-D48A-4157-A9C4-F55ADC1E6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678F5-2860-459A-844A-697A7FA6D5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3578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9E567-5CC1-43A7-8C34-344901100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1A0CA4-805B-4485-9F30-46B0EDA337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48EA13-47EA-4B5A-B871-3F9BE051D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0E7E3-DD28-49DE-B334-7A1921DDA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8AB14-8B2C-40AC-821B-160B72A3A38C}" type="datetimeFigureOut">
              <a:rPr lang="en-IE" smtClean="0"/>
              <a:t>30/09/2026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388635-B923-4208-9135-13F5FE996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B9E34-1C07-4566-A173-27488AFEC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678F5-2860-459A-844A-697A7FA6D5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53559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C61B9-5CE9-4E17-9E07-BE1A6AB2B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37957-B5D2-4668-BD86-5E86FB9AD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3B2CE-0232-45D1-8474-1BD6CA6AF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8AB14-8B2C-40AC-821B-160B72A3A38C}" type="datetimeFigureOut">
              <a:rPr lang="en-IE" smtClean="0"/>
              <a:t>30/09/2026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12243-FE9F-4733-AA81-F31A91E1A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5428B-DE91-435F-ADF2-80431E2A7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678F5-2860-459A-844A-697A7FA6D5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57371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1A3622-16BB-4347-8361-21EBB3316A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EBE00-72D1-4B82-B26B-AA8501C5C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4437C-2B5C-40E4-BA12-AA0A10CFD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8AB14-8B2C-40AC-821B-160B72A3A38C}" type="datetimeFigureOut">
              <a:rPr lang="en-IE" smtClean="0"/>
              <a:t>30/09/2026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20DB7-7A34-44F9-B791-E80872394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86C9B-EDCF-4B80-8C2D-F12DD7191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678F5-2860-459A-844A-697A7FA6D5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95743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3" y="2367095"/>
            <a:ext cx="10363827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3775" y="5883276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14012" y="5883276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2018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A4943-4C91-466E-A719-836634D8B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1DC9A9-FE81-40A4-8A21-F207B79977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6D1B3-FF5B-400F-AD4A-8556AA8C9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C6B53-1C49-4DE4-A363-497906F2093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6E6A5-CAA8-488B-A3D1-E6E33B3BC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B3304-DCBB-4BE6-8F49-2E7625E87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FA2C-3666-499F-85DE-5734998F1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921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967BA-DB41-45FD-8A6A-9490474A4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7ED94-D053-4CED-888E-43655F3CD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5F037-1296-4C50-BE65-78AC2519E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C6B53-1C49-4DE4-A363-497906F2093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30DE3-E3F4-40D1-9750-4991A66BD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5A2AB-D22F-4A45-9F89-467E5BFC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FA2C-3666-499F-85DE-5734998F1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5968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48815-623A-45C6-9760-A491E525B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2C11E-9723-479B-8D39-96174353C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FF1F2-5AFC-4A9B-891B-67B09A262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C6B53-1C49-4DE4-A363-497906F2093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E5499-84E9-4397-A818-DCA3B672A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316DE-73FC-47B8-ABED-70678C05D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FA2C-3666-499F-85DE-5734998F1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720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96E53-F37E-4826-A674-D4B794A65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D1AC2-4332-417A-9F18-F5D1A5EF2E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ED0359-FB69-44DF-90F9-38D7BA4C6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B73A63-8F14-47BF-87AF-E759C4399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C6B53-1C49-4DE4-A363-497906F2093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63B1C-71FD-494F-BE34-F88E0291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E193EE-922B-4719-AFDC-2A18C892D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FA2C-3666-499F-85DE-5734998F1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17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4AA2-DE1B-43BC-A263-A2C3260E7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2031B-8247-4A68-B397-2058778C3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8F1E28-E27E-4F19-B8A3-F1F98584C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9BBE40-2594-4222-B141-84F2E17017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BA7492-825E-4F34-B406-A0EDBD1EB9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5608C6-CFCB-454B-AA1E-46F5FFE5E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C6B53-1C49-4DE4-A363-497906F2093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A681DC-8AEE-49CB-9E4A-02C1E4E4D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61730C-83C0-4E5B-8920-DA0E30715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FA2C-3666-499F-85DE-5734998F1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5170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CE7FA-08BC-4552-8848-F38CD89F5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DE15E0-FB67-47D5-9DF2-36615DC5D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C6B53-1C49-4DE4-A363-497906F2093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7972FB-517D-4D1B-8B09-12A11614C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56C7F-2D41-4E49-81D2-F02832C07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FA2C-3666-499F-85DE-5734998F1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2066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59A1BF-0848-41BE-92F8-779D3C21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C6B53-1C49-4DE4-A363-497906F2093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89C10C-576E-4188-B204-63E789651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6B516-4DD4-4B05-B35E-D71342658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FA2C-3666-499F-85DE-5734998F1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8415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13734-B5C9-42E9-9703-0C5F87A47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9AE2D-A30B-4164-BB3B-51F35DDBB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40E34-0752-4B77-B76F-F24202036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7AF4F-A39F-4A4E-A4E2-0DA97C486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C6B53-1C49-4DE4-A363-497906F2093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00DB9-146F-427C-ABAF-21E1F5AB0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EAB46-2B95-439B-B844-3EDEA6D5A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FA2C-3666-499F-85DE-5734998F1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315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67B9D-9FE3-4E19-8135-C0B3F95D5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ADBA59-F0FF-4454-80AC-CC631EE860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EE096A-FE22-4630-8773-CEF649B46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413BB-9E2E-449A-BA47-DF16AAC9C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C6B53-1C49-4DE4-A363-497906F2093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3F6674-D3F6-49DF-AFB7-B6EBA381E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5143C-0C2C-4B82-80B8-01C8A767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FA2C-3666-499F-85DE-5734998F1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240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0C473-7FE2-4D8A-85AB-5EBC88F38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D661D5-2A3D-4A1E-9A38-038E785E03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D1CF6-1E28-4753-83CB-15C5AEB61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C6B53-1C49-4DE4-A363-497906F2093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F0823-8FB4-4625-9345-BF6DD6C12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478AF-AA36-4DD6-A813-3370C4283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FA2C-3666-499F-85DE-5734998F1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4000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2C805E-6C0D-408C-BA23-C28FC25899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7A8379-EBA1-4E45-B0DA-D04DF6FEF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D034-0CB8-47C8-9126-DC43C6F7C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C6B53-1C49-4DE4-A363-497906F2093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B7A02-B4D0-47FD-9868-1B7D71015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EDA0A-571D-4123-9CB5-1353A7719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FA2C-3666-499F-85DE-5734998F1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5383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27395" y="709421"/>
            <a:ext cx="1537208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33073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0D0D0D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35606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0D0D0D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2431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0D0D0D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13510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61955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A3859-6380-24CA-4746-17B27E4B9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822783-01B8-49DE-F58F-B56EBBF677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63FCE-A271-64BC-2F51-9C252EBBB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C866-2B77-4ABF-978D-31DFD65D8F37}" type="datetimeFigureOut">
              <a:rPr lang="en-IE" smtClean="0"/>
              <a:t>30/09/2026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B7BA9-AA8D-970C-C566-38EB98386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FD702-ED17-6991-8953-7E73E0678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FA65-1FE6-408D-8F8F-536F6D09D5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129181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3F295-66A5-CECF-DCCB-207081A2F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D37D6-3596-F7CF-6DF1-D57039D0B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BCD0A-B789-BF67-9E05-DC9C4EACE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C866-2B77-4ABF-978D-31DFD65D8F37}" type="datetimeFigureOut">
              <a:rPr lang="en-IE" smtClean="0"/>
              <a:t>30/09/2026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59FFB-B684-96AF-1F77-8E0129E49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3F7B9-4393-DB3D-E3CB-10CCCBEF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FA65-1FE6-408D-8F8F-536F6D09D5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995574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AFA29-D3E9-02D0-3B04-DD8A6BB9C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C6CF4-FF7C-17A0-206E-1BB3A8833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02659-0787-8697-1D4E-8182871DB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C866-2B77-4ABF-978D-31DFD65D8F37}" type="datetimeFigureOut">
              <a:rPr lang="en-IE" smtClean="0"/>
              <a:t>30/09/2026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4C21F-BE7A-329A-A119-47F2C6B8D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7FD2E-C840-513B-332E-4D929CF80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FA65-1FE6-408D-8F8F-536F6D09D5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17139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879B1-C404-CB2C-4D63-714A07860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F2DAA-72AD-8863-4773-C5F8FFF55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B0CB0-3EDD-8F84-169E-A55B67AC76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ECFDB-F0B4-025C-3ABA-E0F1803FE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C866-2B77-4ABF-978D-31DFD65D8F37}" type="datetimeFigureOut">
              <a:rPr lang="en-IE" smtClean="0"/>
              <a:t>30/09/2026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9258E-FDA3-6848-54A7-E7C59180A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665FC-499E-4B85-ED9F-542D2D1AC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FA65-1FE6-408D-8F8F-536F6D09D5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167983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DAF1D-2F34-224E-62DE-49B6C1E4E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71E33-60E6-09E6-87BA-87EB89CC8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DCDE47-DCAE-CD97-D9CA-1A9F42099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66D99B-170A-068E-2E23-213C461885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ED5400-244D-C524-871E-936FC336BF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D1E7F0-CB90-76CB-3DC0-D41BC0349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C866-2B77-4ABF-978D-31DFD65D8F37}" type="datetimeFigureOut">
              <a:rPr lang="en-IE" smtClean="0"/>
              <a:t>30/09/2026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8F5BE9-FCCF-A4C4-617D-FC4F9B0B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DD4FF1-DE66-84D4-9D67-4396B8DC9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FA65-1FE6-408D-8F8F-536F6D09D5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660249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8B1AD-E06D-4D2E-BFEF-2BEF2F00E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8F318-45D1-57F9-086E-122A3355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C866-2B77-4ABF-978D-31DFD65D8F37}" type="datetimeFigureOut">
              <a:rPr lang="en-IE" smtClean="0"/>
              <a:t>30/09/2026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3A3AB3-993D-FFC2-E1FB-E30FD7267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2527BA-FBFC-5834-81D6-18185A909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FA65-1FE6-408D-8F8F-536F6D09D5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227836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C4795-109C-CEC2-082E-351BAD7BF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C866-2B77-4ABF-978D-31DFD65D8F37}" type="datetimeFigureOut">
              <a:rPr lang="en-IE" smtClean="0"/>
              <a:t>30/09/2026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6C8FDD-9FDD-6E9B-9222-815623365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DCF80-9934-7A6F-3204-59A059F4F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FA65-1FE6-408D-8F8F-536F6D09D5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424481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6CA3E-71CC-7EC2-1C76-EA8B48CB3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9B1A9-9B96-BDE1-3789-58C5C2832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FC4235-9166-66F7-18E5-F08183834D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DA21A-F3CF-99CB-1C5E-E3167184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C866-2B77-4ABF-978D-31DFD65D8F37}" type="datetimeFigureOut">
              <a:rPr lang="en-IE" smtClean="0"/>
              <a:t>30/09/2026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5D709-7660-12AE-3F0E-825F6E31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0ACA0-0B16-BD1D-D994-F8BC9D3DC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FA65-1FE6-408D-8F8F-536F6D09D5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041648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427F4-FF60-4CAC-A361-5F20E8638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0881F0-83A8-EB15-5189-1C6E1D767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C208E-B288-4569-0610-DD20D596E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6CC8F-5349-E4A0-E0B3-CF29A2E7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C866-2B77-4ABF-978D-31DFD65D8F37}" type="datetimeFigureOut">
              <a:rPr lang="en-IE" smtClean="0"/>
              <a:t>30/09/2026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8D9EF-FAC8-467A-E232-7B92392B8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AAB4F-48BB-7C7F-B25E-98BD15C01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FA65-1FE6-408D-8F8F-536F6D09D5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143713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6D46D-5F51-BB02-3C18-C73CBE1AC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5728F-8CC7-9FB7-E0CC-963E6A10CA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8E98B-BEC5-BC93-E65E-A979034F6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C866-2B77-4ABF-978D-31DFD65D8F37}" type="datetimeFigureOut">
              <a:rPr lang="en-IE" smtClean="0"/>
              <a:t>30/09/2026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7F247-6FF7-DE2F-2BEC-85DBFF365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F605B-3E0F-71CF-30C5-7E38882B7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FA65-1FE6-408D-8F8F-536F6D09D5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8747204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33D50E-785D-3BE0-96F3-B3013D85E3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4F51F-A826-99FE-9CB6-4F1E3B11C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5A7F6-0396-B7F5-0900-8623170D1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C866-2B77-4ABF-978D-31DFD65D8F37}" type="datetimeFigureOut">
              <a:rPr lang="en-IE" smtClean="0"/>
              <a:t>30/09/2026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4104A-B20A-B0BC-5B3E-ECDCE27C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4DF84-5DEE-0C5E-A763-6C01603FC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FA65-1FE6-408D-8F8F-536F6D09D5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97168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20D395-182C-47A4-A77B-7ECB30EEB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BE2C5-C0DD-4698-89C5-0B567C185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43295-B831-419C-A9BB-214E23DFF6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E8AB14-8B2C-40AC-821B-160B72A3A38C}" type="datetimeFigureOut">
              <a:rPr lang="en-IE" smtClean="0"/>
              <a:t>30/09/2026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7529C-B043-424A-8DBC-B5E030C660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5EFE3-E8B2-4593-9C85-46D7BEDB8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0678F5-2860-459A-844A-697A7FA6D5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13798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7D6B5F-73A7-4AA4-90DD-B49D1A807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FB12E-7D2D-4D87-8DA2-7F61835AD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3DF8C-2C66-4405-9024-6D704C14FC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3C6B53-1C49-4DE4-A363-497906F2093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20B96-DC0F-4BA3-8E55-DAF7C5B5B3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0500C-E169-47D8-B5D3-DD14147AE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5FA2C-3666-499F-85DE-5734998F1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830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87955" y="2549474"/>
            <a:ext cx="6816089" cy="1590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0D0D0D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8143" y="2433955"/>
            <a:ext cx="10395712" cy="1957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3156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DF50C4-E148-FA8D-6457-4709BD66F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A84A0-EAF4-1494-B3A4-8D6699C59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C4A20-8584-B3E3-670E-C3C740D922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5C866-2B77-4ABF-978D-31DFD65D8F37}" type="datetimeFigureOut">
              <a:rPr lang="en-IE" smtClean="0"/>
              <a:t>30/09/2026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785DD-D252-4435-E9FF-83189ECD9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8AA7E-4613-6EE7-276F-FA387DAE5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02FA65-1FE6-408D-8F8F-536F6D09D5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41954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image" Target="../media/image30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jp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jp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79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jpg"/><Relationship Id="rId4" Type="http://schemas.openxmlformats.org/officeDocument/2006/relationships/image" Target="../media/image97.jp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5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jpg"/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10.jp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C6005-3DCD-4E39-95C6-5440A5EEA6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IE" sz="8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Marketing in a Digital Era</a:t>
            </a:r>
            <a:endParaRPr lang="en-IE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7CC556-947D-4BBC-98AF-62AC5167C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>
            <a:normAutofit fontScale="85000" lnSpcReduction="20000"/>
          </a:bodyPr>
          <a:lstStyle/>
          <a:p>
            <a:pPr algn="r"/>
            <a:endParaRPr lang="en-US" dirty="0"/>
          </a:p>
          <a:p>
            <a:pPr algn="r"/>
            <a:r>
              <a:rPr lang="en-US" dirty="0"/>
              <a:t>Lecture 6</a:t>
            </a:r>
          </a:p>
          <a:p>
            <a:pPr algn="r"/>
            <a:r>
              <a:rPr lang="en-US" dirty="0"/>
              <a:t>Dr. Anshu Suri</a:t>
            </a:r>
            <a:endParaRPr lang="en-I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581E6CFF-C0D8-4476-9181-1A6FF428C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099" y="47500"/>
            <a:ext cx="1719414" cy="171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915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DA6311-94BF-8629-0B0C-346E39A76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 on </a:t>
            </a:r>
            <a:r>
              <a:rPr lang="en-US" dirty="0" err="1"/>
              <a:t>BrightSpace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D61F50-468D-8BDA-E78F-8FAFE048D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Remember: Exam has no MCQ</a:t>
            </a:r>
          </a:p>
          <a:p>
            <a:endParaRPr lang="en-US" dirty="0"/>
          </a:p>
          <a:p>
            <a:r>
              <a:rPr lang="en-US" dirty="0"/>
              <a:t>Three Questions Out of Five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862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660C3F-C42A-8149-3C6F-366FD220F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the “Digital” World is Changing the 4P’s of Marketing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61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F55788-0B14-920E-6D84-9A93E8B90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E" sz="4200"/>
              <a:t>Product: Sharing Economy &amp; Non-ownership of Assets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F42F1-247D-AF60-8994-88EE52B0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IE" sz="2200" dirty="0"/>
              <a:t>Sharing Economy: </a:t>
            </a:r>
            <a:r>
              <a:rPr lang="en-US" sz="2200" dirty="0"/>
              <a:t>A market formed through an intermediating technology platform that facilitates exchange activities among a network of equivalently positioned economic actors</a:t>
            </a:r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Also called as “Access-based consumption”</a:t>
            </a:r>
          </a:p>
          <a:p>
            <a:endParaRPr lang="en-IE" sz="2200" dirty="0"/>
          </a:p>
        </p:txBody>
      </p:sp>
    </p:spTree>
    <p:extLst>
      <p:ext uri="{BB962C8B-B14F-4D97-AF65-F5344CB8AC3E}">
        <p14:creationId xmlns:p14="http://schemas.microsoft.com/office/powerpoint/2010/main" val="3931948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28F64C6-FE22-4FC1-A763-DFCC51481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4261224" y="4577975"/>
            <a:ext cx="7539349" cy="1899827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B122D8-64D2-49D2-A172-A770A6DCB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3468" y="4741948"/>
            <a:ext cx="6829520" cy="8620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Sharing Economy</a:t>
            </a:r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FDE07AC6-C46E-48CA-9D94-86A8C0816D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0" y="435549"/>
            <a:ext cx="3793472" cy="3793472"/>
          </a:xfrm>
          <a:prstGeom prst="rect">
            <a:avLst/>
          </a:prstGeom>
        </p:spPr>
      </p:pic>
      <p:pic>
        <p:nvPicPr>
          <p:cNvPr id="11" name="Picture 10" descr="A picture containing logo&#10;&#10;Description automatically generated">
            <a:extLst>
              <a:ext uri="{FF2B5EF4-FFF2-40B4-BE49-F238E27FC236}">
                <a16:creationId xmlns:a16="http://schemas.microsoft.com/office/drawing/2014/main" id="{8AC466AA-2DE7-40EB-8C61-1F1DD3965C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959" y="964279"/>
            <a:ext cx="3797570" cy="725461"/>
          </a:xfrm>
          <a:prstGeom prst="rect">
            <a:avLst/>
          </a:prstGeom>
        </p:spPr>
      </p:pic>
      <p:pic>
        <p:nvPicPr>
          <p:cNvPr id="7" name="Picture 6" descr="A city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A88DBF77-196D-4B3B-8E91-3C5B39BD95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456" y="2422097"/>
            <a:ext cx="3026208" cy="2013804"/>
          </a:xfrm>
          <a:prstGeom prst="rect">
            <a:avLst/>
          </a:prstGeom>
        </p:spPr>
      </p:pic>
      <p:pic>
        <p:nvPicPr>
          <p:cNvPr id="9" name="Picture 8" descr="A sign on a building&#10;&#10;Description automatically generated with low confidence">
            <a:extLst>
              <a:ext uri="{FF2B5EF4-FFF2-40B4-BE49-F238E27FC236}">
                <a16:creationId xmlns:a16="http://schemas.microsoft.com/office/drawing/2014/main" id="{2FCC962F-334F-4AA5-90B9-CC52405A93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6176" y="1109816"/>
            <a:ext cx="3797984" cy="2535154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C34627B-48E6-4F4D-B843-97717A86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19934" y="5694097"/>
            <a:ext cx="5486400" cy="0"/>
          </a:xfrm>
          <a:prstGeom prst="line">
            <a:avLst/>
          </a:prstGeom>
          <a:ln w="1587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car, control panel&#10;&#10;Description automatically generated">
            <a:extLst>
              <a:ext uri="{FF2B5EF4-FFF2-40B4-BE49-F238E27FC236}">
                <a16:creationId xmlns:a16="http://schemas.microsoft.com/office/drawing/2014/main" id="{11423681-E420-48BB-B127-CDF11EDB9C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761" y="4525715"/>
            <a:ext cx="3350918" cy="201055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16397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2749"/>
    </mc:Choice>
    <mc:Fallback xmlns="">
      <p:transition spd="slow" advTm="2127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5EF24F-2C15-7DB7-5E62-ADBC6C008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Examples of Shift in “Distribution”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 descr="Transfer">
            <a:extLst>
              <a:ext uri="{FF2B5EF4-FFF2-40B4-BE49-F238E27FC236}">
                <a16:creationId xmlns:a16="http://schemas.microsoft.com/office/drawing/2014/main" id="{800D15DB-5634-CD7A-E0F4-C66901D30C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0" y="640080"/>
            <a:ext cx="5550408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793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7F7F5-0A20-40B7-9A7F-CB9316C4C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Dropshipping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CB393-DA4C-4F9E-8B70-E872A01A4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2" y="4631161"/>
            <a:ext cx="3571810" cy="155932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</a:t>
            </a:r>
            <a:r>
              <a:rPr lang="en-US" sz="2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orm of e-commerce where a business sells products that they do not stock or ship</a:t>
            </a:r>
            <a:endParaRPr lang="en-US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94B18820-4E45-4FE0-9959-CF249C475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395191"/>
            <a:ext cx="7214616" cy="40401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5FBBB9-1136-4062-A16F-93FC518108F5}"/>
              </a:ext>
            </a:extLst>
          </p:cNvPr>
          <p:cNvSpPr txBox="1"/>
          <p:nvPr/>
        </p:nvSpPr>
        <p:spPr>
          <a:xfrm>
            <a:off x="7164198" y="5620624"/>
            <a:ext cx="3571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400" dirty="0"/>
              <a:t>Source: Turban et al. 2018</a:t>
            </a:r>
          </a:p>
        </p:txBody>
      </p:sp>
    </p:spTree>
    <p:extLst>
      <p:ext uri="{BB962C8B-B14F-4D97-AF65-F5344CB8AC3E}">
        <p14:creationId xmlns:p14="http://schemas.microsoft.com/office/powerpoint/2010/main" val="4090367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C1364A-3E3D-4F0D-8776-78AF3A270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DE8536-9DBE-5FDA-68B6-29E1DCAA6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7501" y="329184"/>
            <a:ext cx="6755626" cy="1783080"/>
          </a:xfrm>
        </p:spPr>
        <p:txBody>
          <a:bodyPr anchor="b">
            <a:normAutofit/>
          </a:bodyPr>
          <a:lstStyle/>
          <a:p>
            <a:r>
              <a:rPr lang="en-IE" sz="5000"/>
              <a:t>Subscriptions of Physical/Digital Products</a:t>
            </a:r>
          </a:p>
        </p:txBody>
      </p:sp>
      <p:pic>
        <p:nvPicPr>
          <p:cNvPr id="4" name="Picture 3" descr="An object in a box&#10;&#10;Description automatically generated with medium confidence">
            <a:extLst>
              <a:ext uri="{FF2B5EF4-FFF2-40B4-BE49-F238E27FC236}">
                <a16:creationId xmlns:a16="http://schemas.microsoft.com/office/drawing/2014/main" id="{A6FBF5FD-926C-A729-530F-86F67F0FF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614023"/>
            <a:ext cx="4014216" cy="2679489"/>
          </a:xfrm>
          <a:prstGeom prst="rect">
            <a:avLst/>
          </a:pr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494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1ABE9CD6-639F-AD68-1503-643E83675A4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8" r="1557"/>
          <a:stretch/>
        </p:blipFill>
        <p:spPr>
          <a:xfrm>
            <a:off x="549133" y="4149598"/>
            <a:ext cx="3537741" cy="20988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BDCC3-FD5B-204B-4BB8-B9A52802C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7494" y="2706624"/>
            <a:ext cx="6755626" cy="3483864"/>
          </a:xfrm>
        </p:spPr>
        <p:txBody>
          <a:bodyPr>
            <a:normAutofit/>
          </a:bodyPr>
          <a:lstStyle/>
          <a:p>
            <a:r>
              <a:rPr lang="en-US" sz="2400" dirty="0"/>
              <a:t>Company offers content or services &amp; charges a subscription fee for access to some or all of its offerings</a:t>
            </a:r>
            <a:endParaRPr lang="en-IE" sz="2200" dirty="0"/>
          </a:p>
          <a:p>
            <a:endParaRPr lang="en-IE" sz="2200" dirty="0"/>
          </a:p>
          <a:p>
            <a:endParaRPr lang="en-IE" sz="2200" dirty="0"/>
          </a:p>
          <a:p>
            <a:r>
              <a:rPr lang="en-IE" sz="2200" dirty="0"/>
              <a:t>Subscription based revenue model</a:t>
            </a:r>
          </a:p>
        </p:txBody>
      </p:sp>
    </p:spTree>
    <p:extLst>
      <p:ext uri="{BB962C8B-B14F-4D97-AF65-F5344CB8AC3E}">
        <p14:creationId xmlns:p14="http://schemas.microsoft.com/office/powerpoint/2010/main" val="1725695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EF24F-2C15-7DB7-5E62-ADBC6C008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Examples of Shift in “Pricing”</a:t>
            </a:r>
          </a:p>
        </p:txBody>
      </p:sp>
      <p:pic>
        <p:nvPicPr>
          <p:cNvPr id="15" name="Graphic 14" descr="Transfer">
            <a:extLst>
              <a:ext uri="{FF2B5EF4-FFF2-40B4-BE49-F238E27FC236}">
                <a16:creationId xmlns:a16="http://schemas.microsoft.com/office/drawing/2014/main" id="{800D15DB-5634-CD7A-E0F4-C66901D30C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0" y="640080"/>
            <a:ext cx="5550408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813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9A059A-28EC-A3C1-3E43-7D4BE3198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E" sz="3400"/>
              <a:t>More Opportunities for Dynamic Pricing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E07CF-3871-50A5-48DE-5217D6FBF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b="1" noProof="0">
                <a:latin typeface="Arial" panose="020B0604020202020204" pitchFamily="34" charset="0"/>
                <a:cs typeface="Arial" panose="020B0604020202020204" pitchFamily="34" charset="0"/>
              </a:rPr>
              <a:t> Dynamic pricing: </a:t>
            </a:r>
            <a:r>
              <a:rPr lang="en-US" sz="2200" noProof="0">
                <a:latin typeface="Arial" panose="020B0604020202020204" pitchFamily="34" charset="0"/>
                <a:cs typeface="Arial" panose="020B0604020202020204" pitchFamily="34" charset="0"/>
              </a:rPr>
              <a:t>adjusting prices continually to meet the characteristics and needs of individual customers and situations</a:t>
            </a:r>
          </a:p>
          <a:p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E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6E6E7F-7003-67F3-C66F-CE97C19CF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2833554"/>
            <a:ext cx="6903720" cy="119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108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FD39EE-CCB7-2C1B-CAD2-9AB88923D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Exercise 1 on Brightspace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Cycling">
            <a:extLst>
              <a:ext uri="{FF2B5EF4-FFF2-40B4-BE49-F238E27FC236}">
                <a16:creationId xmlns:a16="http://schemas.microsoft.com/office/drawing/2014/main" id="{6156B226-029F-9B55-0FFF-0218A8D002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0" y="640080"/>
            <a:ext cx="5550408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979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EAAE27-AF25-7105-44F6-BEAFBBC91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390525"/>
            <a:ext cx="1090964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Review Session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Issue Tracking">
            <a:extLst>
              <a:ext uri="{FF2B5EF4-FFF2-40B4-BE49-F238E27FC236}">
                <a16:creationId xmlns:a16="http://schemas.microsoft.com/office/drawing/2014/main" id="{EBB39D29-2949-A9D0-369A-F815D9E1FF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84707" y="3067050"/>
            <a:ext cx="3019537" cy="301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382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914F6-571B-4A71-AFC0-4197B8E2E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87" y="4728633"/>
            <a:ext cx="10902226" cy="148590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/>
              <a:t>Process of Marketing Strategy 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6C62201-2945-478B-AE9A-69746837F740}"/>
              </a:ext>
            </a:extLst>
          </p:cNvPr>
          <p:cNvGraphicFramePr/>
          <p:nvPr/>
        </p:nvGraphicFramePr>
        <p:xfrm>
          <a:off x="644887" y="643467"/>
          <a:ext cx="10902226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0180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A9748-4ACF-428C-8E94-18CC8F233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2831" y="685801"/>
            <a:ext cx="9907745" cy="1085654"/>
          </a:xfrm>
        </p:spPr>
        <p:txBody>
          <a:bodyPr>
            <a:normAutofit fontScale="90000"/>
          </a:bodyPr>
          <a:lstStyle/>
          <a:p>
            <a:r>
              <a:rPr lang="en-US" dirty="0"/>
              <a:t>Find a Target Segment Before You Introduce a Product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E2C005-3C54-4CD9-97E8-52B4BA191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2" y="2502838"/>
            <a:ext cx="1888201" cy="24031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16D30C-1CAD-4E5F-9FE9-7D5431DA1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8368" y="2492897"/>
            <a:ext cx="2146410" cy="23115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236165-4547-4252-A255-CBFBFC45D4A4}"/>
              </a:ext>
            </a:extLst>
          </p:cNvPr>
          <p:cNvSpPr txBox="1"/>
          <p:nvPr/>
        </p:nvSpPr>
        <p:spPr>
          <a:xfrm>
            <a:off x="677474" y="5085185"/>
            <a:ext cx="34265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Before you design/introduce a product: Identify a Target Segment that </a:t>
            </a:r>
            <a:r>
              <a:rPr lang="en-US" sz="2000" b="1" dirty="0">
                <a:solidFill>
                  <a:srgbClr val="FF0000"/>
                </a:solidFill>
              </a:rPr>
              <a:t>Needs</a:t>
            </a:r>
            <a:r>
              <a:rPr lang="en-US" sz="2000" dirty="0"/>
              <a:t> your product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1B0C07-489C-4F63-AA7D-EA19550A4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5056" y="3056688"/>
            <a:ext cx="1276416" cy="12954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5BD469-F02D-486D-BD91-4774E986CA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5177" y="2517239"/>
            <a:ext cx="2132366" cy="21410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88BFB9-FCE4-429C-ADA5-FA62F10B3785}"/>
              </a:ext>
            </a:extLst>
          </p:cNvPr>
          <p:cNvSpPr txBox="1"/>
          <p:nvPr/>
        </p:nvSpPr>
        <p:spPr>
          <a:xfrm>
            <a:off x="5032178" y="5086546"/>
            <a:ext cx="34265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Design/Introduce a Product that </a:t>
            </a:r>
            <a:r>
              <a:rPr lang="en-US" sz="2000" b="1" dirty="0"/>
              <a:t>fulfills the needs of this target segment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40E67B-1393-47BE-970D-E83D82DFDCAF}"/>
              </a:ext>
            </a:extLst>
          </p:cNvPr>
          <p:cNvSpPr txBox="1"/>
          <p:nvPr/>
        </p:nvSpPr>
        <p:spPr>
          <a:xfrm>
            <a:off x="9488144" y="5085184"/>
            <a:ext cx="2966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Profitable Company &amp; Happy Consumer</a:t>
            </a:r>
            <a:endParaRPr lang="en-US" sz="2000" b="1" dirty="0"/>
          </a:p>
        </p:txBody>
      </p:sp>
      <p:pic>
        <p:nvPicPr>
          <p:cNvPr id="1026" name="Picture 2" descr="What is Equal?">
            <a:extLst>
              <a:ext uri="{FF2B5EF4-FFF2-40B4-BE49-F238E27FC236}">
                <a16:creationId xmlns:a16="http://schemas.microsoft.com/office/drawing/2014/main" id="{5E9B40C9-6EA2-46DC-9831-2D558B89E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0543" y="3429000"/>
            <a:ext cx="1594808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2020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A9748-4ACF-428C-8E94-18CC8F233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2831" y="685801"/>
            <a:ext cx="9907745" cy="108565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Reverse?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236165-4547-4252-A255-CBFBFC45D4A4}"/>
              </a:ext>
            </a:extLst>
          </p:cNvPr>
          <p:cNvSpPr txBox="1"/>
          <p:nvPr/>
        </p:nvSpPr>
        <p:spPr>
          <a:xfrm>
            <a:off x="677474" y="5085185"/>
            <a:ext cx="34265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Introduce a Product without identifying a target segment/</a:t>
            </a:r>
            <a:r>
              <a:rPr lang="en-US" sz="2000"/>
              <a:t>market research  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1B0C07-489C-4F63-AA7D-EA19550A4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056" y="3056688"/>
            <a:ext cx="1276416" cy="12954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5BD469-F02D-486D-BD91-4774E986C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338" y="2533898"/>
            <a:ext cx="2132366" cy="21410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88BFB9-FCE4-429C-ADA5-FA62F10B3785}"/>
              </a:ext>
            </a:extLst>
          </p:cNvPr>
          <p:cNvSpPr txBox="1"/>
          <p:nvPr/>
        </p:nvSpPr>
        <p:spPr>
          <a:xfrm>
            <a:off x="4534448" y="5219820"/>
            <a:ext cx="3426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Find a target</a:t>
            </a:r>
            <a:endParaRPr lang="en-US" sz="2000" b="1" dirty="0"/>
          </a:p>
        </p:txBody>
      </p:sp>
      <p:pic>
        <p:nvPicPr>
          <p:cNvPr id="1026" name="Picture 2" descr="What is Equal?">
            <a:extLst>
              <a:ext uri="{FF2B5EF4-FFF2-40B4-BE49-F238E27FC236}">
                <a16:creationId xmlns:a16="http://schemas.microsoft.com/office/drawing/2014/main" id="{5E9B40C9-6EA2-46DC-9831-2D558B89E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6812" y="3417540"/>
            <a:ext cx="1594808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4CE9C0-5996-4AEA-BB4D-8B7DDF0BD3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9936" y="2347580"/>
            <a:ext cx="1455584" cy="2732505"/>
          </a:xfrm>
          <a:prstGeom prst="rect">
            <a:avLst/>
          </a:prstGeom>
        </p:spPr>
      </p:pic>
      <p:pic>
        <p:nvPicPr>
          <p:cNvPr id="2050" name="Picture 2" descr="The grim stories behind seven of medtech's worst failures | Medical Design  and Outsourcing">
            <a:extLst>
              <a:ext uri="{FF2B5EF4-FFF2-40B4-BE49-F238E27FC236}">
                <a16:creationId xmlns:a16="http://schemas.microsoft.com/office/drawing/2014/main" id="{CD9B0165-29FC-42B4-B469-AFE9162C8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75733"/>
            <a:ext cx="2857500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9582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72975-3825-4E9F-A470-846006645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49" y="4736962"/>
            <a:ext cx="10717894" cy="9367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000" cap="all"/>
              <a:t>Needs of different Target segments for this Umbrella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698CDC-E52E-4611-BCE7-5569ABBEB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697" y="603635"/>
            <a:ext cx="1925322" cy="3615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929BC0-FE98-4790-BAFD-F713597EB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828" y="571501"/>
            <a:ext cx="2015713" cy="36156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324D38-FEE2-4F51-9A57-47C21B1DF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5860" y="571501"/>
            <a:ext cx="2458627" cy="36156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DC2EAF-9B8E-40D5-B4EA-F7CFD53F620F}"/>
              </a:ext>
            </a:extLst>
          </p:cNvPr>
          <p:cNvSpPr txBox="1"/>
          <p:nvPr/>
        </p:nvSpPr>
        <p:spPr>
          <a:xfrm>
            <a:off x="1588" y="744471"/>
            <a:ext cx="147855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Professional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Higher disposable income: Less price sensitive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Values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Acute Need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EF5309-8C6A-4D5D-915D-A12E5EF1CC28}"/>
              </a:ext>
            </a:extLst>
          </p:cNvPr>
          <p:cNvSpPr txBox="1"/>
          <p:nvPr/>
        </p:nvSpPr>
        <p:spPr>
          <a:xfrm>
            <a:off x="3672202" y="745719"/>
            <a:ext cx="147855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Student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Less disposable income: Most price sensitive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Does not value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Moderate Need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E920CE-306F-4F74-B22B-E82F00BCA5FD}"/>
              </a:ext>
            </a:extLst>
          </p:cNvPr>
          <p:cNvSpPr txBox="1"/>
          <p:nvPr/>
        </p:nvSpPr>
        <p:spPr>
          <a:xfrm>
            <a:off x="7365593" y="704016"/>
            <a:ext cx="14785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Retired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Moderate disposable income: Price sensitive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Values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Low Need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73528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72975-3825-4E9F-A470-846006645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49" y="4736962"/>
            <a:ext cx="10717894" cy="9367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000" cap="all" dirty="0"/>
              <a:t>But What about profitability?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698CDC-E52E-4611-BCE7-5569ABBEB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697" y="603635"/>
            <a:ext cx="1925322" cy="3615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929BC0-FE98-4790-BAFD-F713597EB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828" y="571501"/>
            <a:ext cx="2015713" cy="36156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324D38-FEE2-4F51-9A57-47C21B1DF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5860" y="571501"/>
            <a:ext cx="2458627" cy="36156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DC2EAF-9B8E-40D5-B4EA-F7CFD53F620F}"/>
              </a:ext>
            </a:extLst>
          </p:cNvPr>
          <p:cNvSpPr txBox="1"/>
          <p:nvPr/>
        </p:nvSpPr>
        <p:spPr>
          <a:xfrm>
            <a:off x="1588" y="744471"/>
            <a:ext cx="147855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Only 100 potential consumers like him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EF5309-8C6A-4D5D-915D-A12E5EF1CC28}"/>
              </a:ext>
            </a:extLst>
          </p:cNvPr>
          <p:cNvSpPr txBox="1"/>
          <p:nvPr/>
        </p:nvSpPr>
        <p:spPr>
          <a:xfrm>
            <a:off x="3672202" y="745719"/>
            <a:ext cx="147855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1,000 potential consumers like him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E920CE-306F-4F74-B22B-E82F00BCA5FD}"/>
              </a:ext>
            </a:extLst>
          </p:cNvPr>
          <p:cNvSpPr txBox="1"/>
          <p:nvPr/>
        </p:nvSpPr>
        <p:spPr>
          <a:xfrm>
            <a:off x="7365593" y="704016"/>
            <a:ext cx="14785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200 potential consumers like him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52656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72926-5A86-4BCE-A3F5-906BAE82A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3700"/>
              <a:t>A Segmentation Variable Overlooked: Behavior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4881D-C8EE-4077-A824-D697B7B96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900"/>
              <a:t>Very important in Practice</a:t>
            </a:r>
          </a:p>
          <a:p>
            <a:r>
              <a:rPr lang="en-US" sz="1900"/>
              <a:t>Usage rate (heavy/light users)</a:t>
            </a:r>
          </a:p>
          <a:p>
            <a:r>
              <a:rPr lang="en-US" sz="1900"/>
              <a:t>Customer Loyalty : Do consumers keep buying the same brand wrt the category?</a:t>
            </a:r>
          </a:p>
          <a:p>
            <a:pPr lvl="1"/>
            <a:r>
              <a:rPr lang="en-US" sz="1900"/>
              <a:t>Think Apple : Very high brand loyalty</a:t>
            </a:r>
          </a:p>
          <a:p>
            <a:pPr lvl="1"/>
            <a:r>
              <a:rPr lang="en-US" sz="1900"/>
              <a:t>Think sugar/milk : Very low brand loyalty</a:t>
            </a:r>
          </a:p>
          <a:p>
            <a:r>
              <a:rPr lang="en-US" sz="1900"/>
              <a:t>Product knowledge (beginner/experienced)</a:t>
            </a:r>
          </a:p>
          <a:p>
            <a:pPr marL="0" indent="0">
              <a:buNone/>
            </a:pPr>
            <a:endParaRPr lang="en-US" sz="1900"/>
          </a:p>
        </p:txBody>
      </p:sp>
      <p:pic>
        <p:nvPicPr>
          <p:cNvPr id="5" name="Picture 4" descr="Abstract blurred background of department store">
            <a:extLst>
              <a:ext uri="{FF2B5EF4-FFF2-40B4-BE49-F238E27FC236}">
                <a16:creationId xmlns:a16="http://schemas.microsoft.com/office/drawing/2014/main" id="{53F6A6FF-8B47-D018-4EED-D9B029304A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344" r="26256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705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133D33C-513B-43B6-BB64-FFFCE2692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4101" b="971"/>
          <a:stretch/>
        </p:blipFill>
        <p:spPr>
          <a:xfrm>
            <a:off x="1609" y="10"/>
            <a:ext cx="12188805" cy="685799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9AC1FE4-FF6B-4B17-89D0-9555C4802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6218" y="1788454"/>
            <a:ext cx="8359051" cy="20982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cap="all"/>
              <a:t>Revision : Brief Recap of all classes</a:t>
            </a:r>
          </a:p>
        </p:txBody>
      </p:sp>
    </p:spTree>
    <p:extLst>
      <p:ext uri="{BB962C8B-B14F-4D97-AF65-F5344CB8AC3E}">
        <p14:creationId xmlns:p14="http://schemas.microsoft.com/office/powerpoint/2010/main" val="23696741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FABB6-2D2F-481B-8D40-B99450CFF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6202" y="271046"/>
            <a:ext cx="9598700" cy="1485900"/>
          </a:xfrm>
        </p:spPr>
        <p:txBody>
          <a:bodyPr/>
          <a:lstStyle/>
          <a:p>
            <a:pPr algn="ctr"/>
            <a:r>
              <a:rPr lang="en-US" dirty="0"/>
              <a:t>Marketing’s Contribution to Business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62E7730-66B4-462A-9EBF-93F9E67798BC}"/>
              </a:ext>
            </a:extLst>
          </p:cNvPr>
          <p:cNvGrpSpPr/>
          <p:nvPr/>
        </p:nvGrpSpPr>
        <p:grpSpPr>
          <a:xfrm>
            <a:off x="8208133" y="1612689"/>
            <a:ext cx="1363951" cy="866109"/>
            <a:chOff x="5582726" y="145837"/>
            <a:chExt cx="1363951" cy="866109"/>
          </a:xfrm>
        </p:grpSpPr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2145169A-C104-4BFC-89E6-D510ADAE8A59}"/>
                </a:ext>
              </a:extLst>
            </p:cNvPr>
            <p:cNvSpPr/>
            <p:nvPr/>
          </p:nvSpPr>
          <p:spPr>
            <a:xfrm>
              <a:off x="5582726" y="145837"/>
              <a:ext cx="1363951" cy="866109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93" name="Rectangle: Rounded Corners 13">
              <a:extLst>
                <a:ext uri="{FF2B5EF4-FFF2-40B4-BE49-F238E27FC236}">
                  <a16:creationId xmlns:a16="http://schemas.microsoft.com/office/drawing/2014/main" id="{5693A0E2-0DE6-42BE-AA64-493243D59817}"/>
                </a:ext>
              </a:extLst>
            </p:cNvPr>
            <p:cNvSpPr txBox="1"/>
            <p:nvPr/>
          </p:nvSpPr>
          <p:spPr>
            <a:xfrm>
              <a:off x="5608093" y="171204"/>
              <a:ext cx="1313217" cy="8153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>
                  <a:cs typeface="Times New Roman" panose="02020603050405020304" pitchFamily="18" charset="0"/>
                </a:rPr>
                <a:t>Company mission and objectives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9455AB0-790E-4708-931A-38BDC29D9D16}"/>
              </a:ext>
            </a:extLst>
          </p:cNvPr>
          <p:cNvGrpSpPr/>
          <p:nvPr/>
        </p:nvGrpSpPr>
        <p:grpSpPr>
          <a:xfrm>
            <a:off x="8208133" y="2875481"/>
            <a:ext cx="1363951" cy="866109"/>
            <a:chOff x="5582726" y="1408629"/>
            <a:chExt cx="1363951" cy="866109"/>
          </a:xfrm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8C55EB33-615E-4731-9B68-FAA80EC4791F}"/>
                </a:ext>
              </a:extLst>
            </p:cNvPr>
            <p:cNvSpPr/>
            <p:nvPr/>
          </p:nvSpPr>
          <p:spPr>
            <a:xfrm>
              <a:off x="5582726" y="1408629"/>
              <a:ext cx="1363951" cy="866109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91" name="Rectangle: Rounded Corners 16">
              <a:extLst>
                <a:ext uri="{FF2B5EF4-FFF2-40B4-BE49-F238E27FC236}">
                  <a16:creationId xmlns:a16="http://schemas.microsoft.com/office/drawing/2014/main" id="{8E99F063-EF8F-4A83-9987-5F74F5CF2574}"/>
                </a:ext>
              </a:extLst>
            </p:cNvPr>
            <p:cNvSpPr txBox="1"/>
            <p:nvPr/>
          </p:nvSpPr>
          <p:spPr>
            <a:xfrm>
              <a:off x="5608093" y="1433996"/>
              <a:ext cx="1313217" cy="8153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>
                  <a:cs typeface="Times New Roman" panose="02020603050405020304" pitchFamily="18" charset="0"/>
                </a:rPr>
                <a:t>Business strategies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EA2A6E5-7049-46C2-8786-601B070449FB}"/>
              </a:ext>
            </a:extLst>
          </p:cNvPr>
          <p:cNvGrpSpPr/>
          <p:nvPr/>
        </p:nvGrpSpPr>
        <p:grpSpPr>
          <a:xfrm>
            <a:off x="6528398" y="4147068"/>
            <a:ext cx="1363951" cy="866109"/>
            <a:chOff x="3915674" y="2671421"/>
            <a:chExt cx="1363951" cy="866109"/>
          </a:xfrm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F61E5BC3-12BF-4D89-B3C5-2903D9AF0AEB}"/>
                </a:ext>
              </a:extLst>
            </p:cNvPr>
            <p:cNvSpPr/>
            <p:nvPr/>
          </p:nvSpPr>
          <p:spPr>
            <a:xfrm>
              <a:off x="3915674" y="2671421"/>
              <a:ext cx="1363951" cy="866109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89" name="Rectangle: Rounded Corners 19">
              <a:extLst>
                <a:ext uri="{FF2B5EF4-FFF2-40B4-BE49-F238E27FC236}">
                  <a16:creationId xmlns:a16="http://schemas.microsoft.com/office/drawing/2014/main" id="{1FF21AE6-ADA6-4A59-8E2A-6C8CFA57D979}"/>
                </a:ext>
              </a:extLst>
            </p:cNvPr>
            <p:cNvSpPr txBox="1"/>
            <p:nvPr/>
          </p:nvSpPr>
          <p:spPr>
            <a:xfrm>
              <a:off x="3941041" y="2696788"/>
              <a:ext cx="1313217" cy="8153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>
                  <a:cs typeface="Times New Roman" panose="02020603050405020304" pitchFamily="18" charset="0"/>
                </a:rPr>
                <a:t>Financial objective &amp; strategies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87F13BA-A2B1-41BA-A50A-52BF73056161}"/>
              </a:ext>
            </a:extLst>
          </p:cNvPr>
          <p:cNvGrpSpPr/>
          <p:nvPr/>
        </p:nvGrpSpPr>
        <p:grpSpPr>
          <a:xfrm>
            <a:off x="8132356" y="4147068"/>
            <a:ext cx="1363951" cy="866109"/>
            <a:chOff x="5582726" y="2671421"/>
            <a:chExt cx="1363951" cy="866109"/>
          </a:xfrm>
        </p:grpSpPr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C8F6EEF0-80A3-410B-8925-24F8994EB27C}"/>
                </a:ext>
              </a:extLst>
            </p:cNvPr>
            <p:cNvSpPr/>
            <p:nvPr/>
          </p:nvSpPr>
          <p:spPr>
            <a:xfrm>
              <a:off x="5582726" y="2671421"/>
              <a:ext cx="1363951" cy="866109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87" name="Rectangle: Rounded Corners 22">
              <a:extLst>
                <a:ext uri="{FF2B5EF4-FFF2-40B4-BE49-F238E27FC236}">
                  <a16:creationId xmlns:a16="http://schemas.microsoft.com/office/drawing/2014/main" id="{7D0D968A-BFDB-4266-80DD-9D548CC75047}"/>
                </a:ext>
              </a:extLst>
            </p:cNvPr>
            <p:cNvSpPr txBox="1"/>
            <p:nvPr/>
          </p:nvSpPr>
          <p:spPr>
            <a:xfrm>
              <a:off x="5608093" y="2696788"/>
              <a:ext cx="1313217" cy="8153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Marketing objectives &amp; strategies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26D3370-AB37-4A32-8949-A7011AE80D5C}"/>
              </a:ext>
            </a:extLst>
          </p:cNvPr>
          <p:cNvGrpSpPr/>
          <p:nvPr/>
        </p:nvGrpSpPr>
        <p:grpSpPr>
          <a:xfrm>
            <a:off x="5334309" y="5257091"/>
            <a:ext cx="1737198" cy="1021365"/>
            <a:chOff x="3082149" y="3934212"/>
            <a:chExt cx="1363951" cy="866109"/>
          </a:xfrm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7834E56D-14FC-4259-9DF2-FD7996AA2829}"/>
                </a:ext>
              </a:extLst>
            </p:cNvPr>
            <p:cNvSpPr/>
            <p:nvPr/>
          </p:nvSpPr>
          <p:spPr>
            <a:xfrm>
              <a:off x="3082149" y="3934212"/>
              <a:ext cx="1363951" cy="866109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85" name="Rectangle: Rounded Corners 25">
              <a:extLst>
                <a:ext uri="{FF2B5EF4-FFF2-40B4-BE49-F238E27FC236}">
                  <a16:creationId xmlns:a16="http://schemas.microsoft.com/office/drawing/2014/main" id="{6D5A942A-65DE-4878-BAC8-07EA147A9A28}"/>
                </a:ext>
              </a:extLst>
            </p:cNvPr>
            <p:cNvSpPr txBox="1"/>
            <p:nvPr/>
          </p:nvSpPr>
          <p:spPr>
            <a:xfrm>
              <a:off x="3107516" y="3959579"/>
              <a:ext cx="1313217" cy="8153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>
                  <a:cs typeface="Times New Roman" panose="02020603050405020304" pitchFamily="18" charset="0"/>
                </a:rPr>
                <a:t>Product and service objectives &amp; strategies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DF93115-EA52-46FB-8487-54D2162F6C9B}"/>
              </a:ext>
            </a:extLst>
          </p:cNvPr>
          <p:cNvGrpSpPr/>
          <p:nvPr/>
        </p:nvGrpSpPr>
        <p:grpSpPr>
          <a:xfrm>
            <a:off x="7165296" y="5268375"/>
            <a:ext cx="1573262" cy="1010081"/>
            <a:chOff x="4749200" y="3934212"/>
            <a:chExt cx="1363951" cy="866109"/>
          </a:xfrm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5210CDC3-F750-48A7-91D2-1C6F476B793F}"/>
                </a:ext>
              </a:extLst>
            </p:cNvPr>
            <p:cNvSpPr/>
            <p:nvPr/>
          </p:nvSpPr>
          <p:spPr>
            <a:xfrm>
              <a:off x="4749200" y="3934212"/>
              <a:ext cx="1363951" cy="866109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83" name="Rectangle: Rounded Corners 28">
              <a:extLst>
                <a:ext uri="{FF2B5EF4-FFF2-40B4-BE49-F238E27FC236}">
                  <a16:creationId xmlns:a16="http://schemas.microsoft.com/office/drawing/2014/main" id="{82B8CA19-C2AD-4712-BD82-2748CE7024D3}"/>
                </a:ext>
              </a:extLst>
            </p:cNvPr>
            <p:cNvSpPr txBox="1"/>
            <p:nvPr/>
          </p:nvSpPr>
          <p:spPr>
            <a:xfrm>
              <a:off x="4774567" y="3959579"/>
              <a:ext cx="1313217" cy="8153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>
                  <a:cs typeface="Times New Roman" panose="02020603050405020304" pitchFamily="18" charset="0"/>
                </a:rPr>
                <a:t>Pricing objectives &amp; strategies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30EA116-2BF2-4D7C-AE4A-C432824F4374}"/>
              </a:ext>
            </a:extLst>
          </p:cNvPr>
          <p:cNvGrpSpPr/>
          <p:nvPr/>
        </p:nvGrpSpPr>
        <p:grpSpPr>
          <a:xfrm>
            <a:off x="8832346" y="5260839"/>
            <a:ext cx="1468786" cy="1006333"/>
            <a:chOff x="6416252" y="3934212"/>
            <a:chExt cx="1363951" cy="872642"/>
          </a:xfrm>
        </p:grpSpPr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483BD835-94F2-4546-B8FD-50175FA6AA63}"/>
                </a:ext>
              </a:extLst>
            </p:cNvPr>
            <p:cNvSpPr/>
            <p:nvPr/>
          </p:nvSpPr>
          <p:spPr>
            <a:xfrm>
              <a:off x="6416252" y="3934212"/>
              <a:ext cx="1363951" cy="866109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81" name="Rectangle: Rounded Corners 31">
              <a:extLst>
                <a:ext uri="{FF2B5EF4-FFF2-40B4-BE49-F238E27FC236}">
                  <a16:creationId xmlns:a16="http://schemas.microsoft.com/office/drawing/2014/main" id="{658A88C6-6C84-4DD1-8242-4157A8F63BAF}"/>
                </a:ext>
              </a:extLst>
            </p:cNvPr>
            <p:cNvSpPr txBox="1"/>
            <p:nvPr/>
          </p:nvSpPr>
          <p:spPr>
            <a:xfrm>
              <a:off x="6445024" y="3991479"/>
              <a:ext cx="1313217" cy="8153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>
                  <a:cs typeface="Times New Roman" panose="02020603050405020304" pitchFamily="18" charset="0"/>
                </a:rPr>
                <a:t>Distribution objectives &amp; strategies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73F3D4E-1465-44B9-A88F-B185B0EF856D}"/>
              </a:ext>
            </a:extLst>
          </p:cNvPr>
          <p:cNvGrpSpPr/>
          <p:nvPr/>
        </p:nvGrpSpPr>
        <p:grpSpPr>
          <a:xfrm>
            <a:off x="10326500" y="5257091"/>
            <a:ext cx="1746165" cy="1010082"/>
            <a:chOff x="7996498" y="3934212"/>
            <a:chExt cx="1450756" cy="866109"/>
          </a:xfrm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8242E7DF-ED70-42C3-AD82-DA0087235CE1}"/>
                </a:ext>
              </a:extLst>
            </p:cNvPr>
            <p:cNvSpPr/>
            <p:nvPr/>
          </p:nvSpPr>
          <p:spPr>
            <a:xfrm>
              <a:off x="8083303" y="3934212"/>
              <a:ext cx="1363951" cy="866109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79" name="Rectangle: Rounded Corners 34">
              <a:extLst>
                <a:ext uri="{FF2B5EF4-FFF2-40B4-BE49-F238E27FC236}">
                  <a16:creationId xmlns:a16="http://schemas.microsoft.com/office/drawing/2014/main" id="{A821C579-0248-45B6-A2B2-BADEC5FEDE07}"/>
                </a:ext>
              </a:extLst>
            </p:cNvPr>
            <p:cNvSpPr txBox="1"/>
            <p:nvPr/>
          </p:nvSpPr>
          <p:spPr>
            <a:xfrm>
              <a:off x="7996498" y="3934212"/>
              <a:ext cx="1443306" cy="8407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>
                  <a:cs typeface="Times New Roman" panose="02020603050405020304" pitchFamily="18" charset="0"/>
                </a:rPr>
                <a:t>Communication objectives &amp; strategies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14D1046-F5AC-4017-AF9B-999361479B9F}"/>
              </a:ext>
            </a:extLst>
          </p:cNvPr>
          <p:cNvGrpSpPr/>
          <p:nvPr/>
        </p:nvGrpSpPr>
        <p:grpSpPr>
          <a:xfrm>
            <a:off x="9941850" y="4147068"/>
            <a:ext cx="1363951" cy="866109"/>
            <a:chOff x="7249777" y="2671421"/>
            <a:chExt cx="1363951" cy="866109"/>
          </a:xfrm>
        </p:grpSpPr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F25FCC65-12FD-4BE8-A773-37D35E039443}"/>
                </a:ext>
              </a:extLst>
            </p:cNvPr>
            <p:cNvSpPr/>
            <p:nvPr/>
          </p:nvSpPr>
          <p:spPr>
            <a:xfrm>
              <a:off x="7249777" y="2671421"/>
              <a:ext cx="1363951" cy="866109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77" name="Rectangle: Rounded Corners 37">
              <a:extLst>
                <a:ext uri="{FF2B5EF4-FFF2-40B4-BE49-F238E27FC236}">
                  <a16:creationId xmlns:a16="http://schemas.microsoft.com/office/drawing/2014/main" id="{CA8CD942-F52E-4E33-BCD1-BACF466294CF}"/>
                </a:ext>
              </a:extLst>
            </p:cNvPr>
            <p:cNvSpPr txBox="1"/>
            <p:nvPr/>
          </p:nvSpPr>
          <p:spPr>
            <a:xfrm>
              <a:off x="7275144" y="2696788"/>
              <a:ext cx="1313217" cy="8153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>
                  <a:cs typeface="Times New Roman" panose="02020603050405020304" pitchFamily="18" charset="0"/>
                </a:rPr>
                <a:t>Other objectives &amp; strategies</a:t>
              </a:r>
            </a:p>
          </p:txBody>
        </p:sp>
      </p:grp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4D46B34D-9A8B-4AC8-984A-0241E4CB0596}"/>
              </a:ext>
            </a:extLst>
          </p:cNvPr>
          <p:cNvCxnSpPr>
            <a:cxnSpLocks/>
          </p:cNvCxnSpPr>
          <p:nvPr/>
        </p:nvCxnSpPr>
        <p:spPr>
          <a:xfrm>
            <a:off x="8890108" y="2453431"/>
            <a:ext cx="0" cy="4220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09B07858-68FF-4779-8109-29BFD9955762}"/>
              </a:ext>
            </a:extLst>
          </p:cNvPr>
          <p:cNvCxnSpPr>
            <a:cxnSpLocks/>
          </p:cNvCxnSpPr>
          <p:nvPr/>
        </p:nvCxnSpPr>
        <p:spPr>
          <a:xfrm>
            <a:off x="8890107" y="3716222"/>
            <a:ext cx="0" cy="4328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5FC80B0C-3823-40C3-AB65-631E4D7F8DD0}"/>
              </a:ext>
            </a:extLst>
          </p:cNvPr>
          <p:cNvCxnSpPr>
            <a:cxnSpLocks/>
          </p:cNvCxnSpPr>
          <p:nvPr/>
        </p:nvCxnSpPr>
        <p:spPr>
          <a:xfrm rot="5400000">
            <a:off x="7834820" y="3117146"/>
            <a:ext cx="430845" cy="1679735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F59840FD-EE45-4B47-A104-F9CF58727A7A}"/>
              </a:ext>
            </a:extLst>
          </p:cNvPr>
          <p:cNvCxnSpPr>
            <a:cxnSpLocks/>
          </p:cNvCxnSpPr>
          <p:nvPr/>
        </p:nvCxnSpPr>
        <p:spPr>
          <a:xfrm>
            <a:off x="8890106" y="3910583"/>
            <a:ext cx="1733718" cy="23978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89FECF31-89EF-4A8D-A6F9-239CB32F4522}"/>
              </a:ext>
            </a:extLst>
          </p:cNvPr>
          <p:cNvCxnSpPr>
            <a:cxnSpLocks/>
          </p:cNvCxnSpPr>
          <p:nvPr/>
        </p:nvCxnSpPr>
        <p:spPr>
          <a:xfrm rot="5400000">
            <a:off x="7359024" y="3831696"/>
            <a:ext cx="299195" cy="2611422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3F87892F-4525-41FB-B4F2-23A918E54FE4}"/>
              </a:ext>
            </a:extLst>
          </p:cNvPr>
          <p:cNvCxnSpPr>
            <a:cxnSpLocks/>
          </p:cNvCxnSpPr>
          <p:nvPr/>
        </p:nvCxnSpPr>
        <p:spPr>
          <a:xfrm>
            <a:off x="8782598" y="5100262"/>
            <a:ext cx="2412501" cy="15683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F2C84171-6877-4C79-96E0-0922DC54DD34}"/>
              </a:ext>
            </a:extLst>
          </p:cNvPr>
          <p:cNvCxnSpPr>
            <a:cxnSpLocks/>
          </p:cNvCxnSpPr>
          <p:nvPr/>
        </p:nvCxnSpPr>
        <p:spPr>
          <a:xfrm rot="5400000">
            <a:off x="7853078" y="5199110"/>
            <a:ext cx="197698" cy="12700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577E2920-D3A3-40C6-B81B-CC9C4EB36B86}"/>
              </a:ext>
            </a:extLst>
          </p:cNvPr>
          <p:cNvCxnSpPr>
            <a:cxnSpLocks/>
          </p:cNvCxnSpPr>
          <p:nvPr/>
        </p:nvCxnSpPr>
        <p:spPr>
          <a:xfrm rot="5400000">
            <a:off x="9505023" y="5199123"/>
            <a:ext cx="123432" cy="12700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CBFBD254-8879-4AA8-A73C-17BCD4EA9898}"/>
              </a:ext>
            </a:extLst>
          </p:cNvPr>
          <p:cNvSpPr txBox="1"/>
          <p:nvPr/>
        </p:nvSpPr>
        <p:spPr>
          <a:xfrm>
            <a:off x="747919" y="1356442"/>
            <a:ext cx="554461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Marketing Contributes to company's: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000" dirty="0"/>
              <a:t>Growth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000" dirty="0"/>
              <a:t>Sales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000" dirty="0"/>
              <a:t>Profitability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000" dirty="0"/>
              <a:t>Objectives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Must be aligned with company’s mission and objectives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Marketing planning is a part of business strategy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853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66">
        <p:fade/>
      </p:transition>
    </mc:Choice>
    <mc:Fallback xmlns="">
      <p:transition spd="med" advTm="666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54CA0-7FC1-4FB7-8B5B-C34729BFD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0679" y="-234480"/>
            <a:ext cx="9598700" cy="1485900"/>
          </a:xfrm>
        </p:spPr>
        <p:txBody>
          <a:bodyPr/>
          <a:lstStyle/>
          <a:p>
            <a:pPr algn="ctr"/>
            <a:r>
              <a:rPr lang="en-US" dirty="0"/>
              <a:t>Development Strategies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D88DE8-8095-4AC5-A421-13C55A39A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248490"/>
              </p:ext>
            </p:extLst>
          </p:nvPr>
        </p:nvGraphicFramePr>
        <p:xfrm>
          <a:off x="1253066" y="993460"/>
          <a:ext cx="10444244" cy="587763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269772">
                  <a:extLst>
                    <a:ext uri="{9D8B030D-6E8A-4147-A177-3AD203B41FA5}">
                      <a16:colId xmlns:a16="http://schemas.microsoft.com/office/drawing/2014/main" val="1713085273"/>
                    </a:ext>
                  </a:extLst>
                </a:gridCol>
                <a:gridCol w="4587236">
                  <a:extLst>
                    <a:ext uri="{9D8B030D-6E8A-4147-A177-3AD203B41FA5}">
                      <a16:colId xmlns:a16="http://schemas.microsoft.com/office/drawing/2014/main" val="3537772826"/>
                    </a:ext>
                  </a:extLst>
                </a:gridCol>
                <a:gridCol w="4587236">
                  <a:extLst>
                    <a:ext uri="{9D8B030D-6E8A-4147-A177-3AD203B41FA5}">
                      <a16:colId xmlns:a16="http://schemas.microsoft.com/office/drawing/2014/main" val="2281496911"/>
                    </a:ext>
                  </a:extLst>
                </a:gridCol>
              </a:tblGrid>
              <a:tr h="32519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CA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</a:rPr>
                        <a:t>Existing Market</a:t>
                      </a:r>
                      <a:endParaRPr lang="en-CA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</a:rPr>
                        <a:t>New Market</a:t>
                      </a:r>
                      <a:endParaRPr lang="en-CA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3614981"/>
                  </a:ext>
                </a:extLst>
              </a:tr>
              <a:tr h="2998621"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</a:rPr>
                        <a:t>Existing</a:t>
                      </a: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dirty="0">
                          <a:effectLst/>
                        </a:rPr>
                        <a:t>Product</a:t>
                      </a:r>
                      <a:endParaRPr lang="en-CA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600" u="sng" dirty="0">
                          <a:effectLst/>
                        </a:rPr>
                        <a:t>Market Penetration</a:t>
                      </a:r>
                    </a:p>
                    <a:p>
                      <a:pPr marL="285750" indent="-285750" algn="l"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u="none" dirty="0">
                          <a:effectLst/>
                        </a:rPr>
                        <a:t>E.g., increase customer’s rate of usage, attract competitors’ consumers, attract non-users </a:t>
                      </a:r>
                    </a:p>
                    <a:p>
                      <a:pPr marL="285750" indent="-285750" algn="l"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600" u="none" dirty="0">
                        <a:effectLst/>
                      </a:endParaRPr>
                    </a:p>
                    <a:p>
                      <a:pPr marL="0" indent="0" algn="l">
                        <a:spcAft>
                          <a:spcPts val="1000"/>
                        </a:spcAft>
                        <a:buFont typeface="Arial" panose="020B0604020202020204" pitchFamily="34" charset="0"/>
                        <a:buNone/>
                      </a:pPr>
                      <a:endParaRPr lang="en-US" sz="1600" u="none" dirty="0">
                        <a:effectLst/>
                      </a:endParaRPr>
                    </a:p>
                    <a:p>
                      <a:pPr marL="0" indent="0" algn="l">
                        <a:spcAft>
                          <a:spcPts val="1000"/>
                        </a:spcAft>
                        <a:buFont typeface="Arial" panose="020B0604020202020204" pitchFamily="34" charset="0"/>
                        <a:buNone/>
                      </a:pPr>
                      <a:endParaRPr lang="en-US" sz="1600" u="none" dirty="0">
                        <a:effectLst/>
                      </a:endParaRPr>
                    </a:p>
                    <a:p>
                      <a:pPr marL="0" indent="0" algn="l">
                        <a:spcAft>
                          <a:spcPts val="1000"/>
                        </a:spcAft>
                        <a:buFont typeface="Arial" panose="020B0604020202020204" pitchFamily="34" charset="0"/>
                        <a:buNone/>
                      </a:pPr>
                      <a:endParaRPr lang="en-US" sz="1600" u="none" dirty="0">
                        <a:effectLst/>
                      </a:endParaRPr>
                    </a:p>
                    <a:p>
                      <a:pPr marL="285750" indent="-285750" algn="l"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endParaRPr lang="en-CA" sz="1600" u="none" dirty="0">
                        <a:effectLst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CA" sz="1600" dirty="0">
                        <a:effectLst/>
                      </a:endParaRPr>
                    </a:p>
                    <a:p>
                      <a:pPr indent="-15240" algn="ctr">
                        <a:spcAft>
                          <a:spcPts val="1000"/>
                        </a:spcAft>
                      </a:pPr>
                      <a:r>
                        <a:rPr lang="en-US" sz="1600" u="sng" dirty="0">
                          <a:effectLst/>
                        </a:rPr>
                        <a:t>Market Development </a:t>
                      </a:r>
                    </a:p>
                    <a:p>
                      <a:pPr indent="-15240" algn="l">
                        <a:spcAft>
                          <a:spcPts val="1000"/>
                        </a:spcAft>
                      </a:pPr>
                      <a:r>
                        <a:rPr lang="en-US" sz="1600" u="none" dirty="0">
                          <a:effectLst/>
                        </a:rPr>
                        <a:t>E.g., New geographic markets, attract other market segments</a:t>
                      </a:r>
                    </a:p>
                    <a:p>
                      <a:pPr indent="-15240" algn="l">
                        <a:spcAft>
                          <a:spcPts val="1000"/>
                        </a:spcAft>
                      </a:pPr>
                      <a:endParaRPr lang="en-US" sz="1600" u="none" dirty="0">
                        <a:effectLst/>
                      </a:endParaRPr>
                    </a:p>
                    <a:p>
                      <a:pPr indent="-15240" algn="l">
                        <a:spcAft>
                          <a:spcPts val="1000"/>
                        </a:spcAft>
                      </a:pPr>
                      <a:endParaRPr lang="en-US" sz="1600" u="none" dirty="0">
                        <a:effectLst/>
                      </a:endParaRPr>
                    </a:p>
                    <a:p>
                      <a:pPr indent="-15240" algn="l">
                        <a:spcAft>
                          <a:spcPts val="1000"/>
                        </a:spcAft>
                      </a:pPr>
                      <a:endParaRPr lang="en-CA" sz="1600" u="none" dirty="0">
                        <a:effectLst/>
                      </a:endParaRPr>
                    </a:p>
                    <a:p>
                      <a:pPr algn="ctr">
                        <a:spcAft>
                          <a:spcPts val="1000"/>
                        </a:spcAft>
                      </a:pPr>
                      <a:endParaRPr lang="en-US" sz="1600" dirty="0">
                        <a:effectLst/>
                      </a:endParaRPr>
                    </a:p>
                    <a:p>
                      <a:pPr algn="ctr">
                        <a:spcAft>
                          <a:spcPts val="1000"/>
                        </a:spcAft>
                      </a:pPr>
                      <a:endParaRPr lang="en-US" sz="1600" dirty="0">
                        <a:effectLst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74136517"/>
                  </a:ext>
                </a:extLst>
              </a:tr>
              <a:tr h="2400873"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</a:rPr>
                        <a:t>New</a:t>
                      </a:r>
                      <a:endParaRPr lang="en-CA" sz="2000" dirty="0">
                        <a:effectLst/>
                      </a:endParaRPr>
                    </a:p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</a:rPr>
                        <a:t>Product</a:t>
                      </a:r>
                      <a:endParaRPr lang="en-CA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CA" sz="1600" dirty="0">
                        <a:effectLst/>
                      </a:endParaRPr>
                    </a:p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600" u="sng" dirty="0">
                          <a:effectLst/>
                        </a:rPr>
                        <a:t>Product Development</a:t>
                      </a:r>
                      <a:endParaRPr lang="en-CA" sz="1600" dirty="0">
                        <a:effectLst/>
                      </a:endParaRPr>
                    </a:p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CA" sz="1600" dirty="0">
                          <a:effectLst/>
                        </a:rPr>
                        <a:t>E.g., Modifications, adaptations, brand extension</a:t>
                      </a:r>
                    </a:p>
                    <a:p>
                      <a:pPr algn="ctr">
                        <a:spcAft>
                          <a:spcPts val="1000"/>
                        </a:spcAft>
                      </a:pPr>
                      <a:endParaRPr lang="en-CA" sz="1600" dirty="0">
                        <a:effectLst/>
                      </a:endParaRPr>
                    </a:p>
                    <a:p>
                      <a:pPr algn="ctr">
                        <a:spcAft>
                          <a:spcPts val="1000"/>
                        </a:spcAft>
                      </a:pPr>
                      <a:endParaRPr lang="en-CA" sz="1600" dirty="0">
                        <a:effectLst/>
                      </a:endParaRPr>
                    </a:p>
                    <a:p>
                      <a:pPr algn="ctr">
                        <a:spcAft>
                          <a:spcPts val="1000"/>
                        </a:spcAft>
                      </a:pPr>
                      <a:endParaRPr lang="en-CA" sz="1600" dirty="0">
                        <a:effectLst/>
                      </a:endParaRPr>
                    </a:p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CA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600" u="sng" dirty="0">
                          <a:effectLst/>
                        </a:rPr>
                        <a:t>Diversification</a:t>
                      </a:r>
                      <a:endParaRPr lang="en-CA" sz="1600" dirty="0">
                        <a:effectLst/>
                      </a:endParaRPr>
                    </a:p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600" dirty="0">
                          <a:effectLst/>
                        </a:rPr>
                        <a:t>New product for new market</a:t>
                      </a:r>
                    </a:p>
                    <a:p>
                      <a:pPr algn="ctr">
                        <a:spcAft>
                          <a:spcPts val="1000"/>
                        </a:spcAft>
                      </a:pP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1000"/>
                        </a:spcAft>
                      </a:pP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1000"/>
                        </a:spcAft>
                      </a:pP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1000"/>
                        </a:spcAft>
                      </a:pP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80015799"/>
                  </a:ext>
                </a:extLst>
              </a:tr>
            </a:tbl>
          </a:graphicData>
        </a:graphic>
      </p:graphicFrame>
      <p:pic>
        <p:nvPicPr>
          <p:cNvPr id="8" name="Picture 7" descr="A sign on the side of a building&#10;&#10;Description automatically generated">
            <a:extLst>
              <a:ext uri="{FF2B5EF4-FFF2-40B4-BE49-F238E27FC236}">
                <a16:creationId xmlns:a16="http://schemas.microsoft.com/office/drawing/2014/main" id="{218E1290-CE07-4FCD-A49D-2771D7CE83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0146" y="2539055"/>
            <a:ext cx="2687166" cy="15115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F2D414-EEAA-4D81-A7CC-902C1894A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1864" y="5572975"/>
            <a:ext cx="2173188" cy="12308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E55636-CEF6-4D6C-AF8F-57E90CFD8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1020" y="5278526"/>
            <a:ext cx="2880321" cy="15252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EB879B-599A-AEEA-D7B0-01CAC8786A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6936" y="2539055"/>
            <a:ext cx="3229583" cy="78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603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727">
        <p:fade/>
      </p:transition>
    </mc:Choice>
    <mc:Fallback xmlns="">
      <p:transition spd="med" advTm="4727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D890CD-3F44-499A-82BC-845E49E9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BCG Matrix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478F7A9-DF90-4798-82E0-1D77C62B0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1400"/>
              <a:t>Milk the cash cows! : Generally, cash for the firm with minimal/no investment</a:t>
            </a:r>
          </a:p>
          <a:p>
            <a:endParaRPr lang="en-US" sz="1400"/>
          </a:p>
          <a:p>
            <a:r>
              <a:rPr lang="en-US" sz="1400"/>
              <a:t>Stars: Need investment to fund their growth</a:t>
            </a:r>
          </a:p>
          <a:p>
            <a:endParaRPr lang="en-US" sz="1400"/>
          </a:p>
          <a:p>
            <a:r>
              <a:rPr lang="en-US" sz="1400"/>
              <a:t>Question marks/problem child: Need to choose which question marks should be funded. Can turn into a star or a dog.</a:t>
            </a:r>
          </a:p>
          <a:p>
            <a:pPr marL="0" indent="0">
              <a:buNone/>
            </a:pPr>
            <a:endParaRPr lang="en-US" sz="1400"/>
          </a:p>
          <a:p>
            <a:r>
              <a:rPr lang="en-US" sz="1400"/>
              <a:t>Kill the dogs: Don’t invest any money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86D81B-DF16-9FC2-0F54-B8BAE6508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857364"/>
            <a:ext cx="6903720" cy="5143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2153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object 2">
            <a:extLst>
              <a:ext uri="{FF2B5EF4-FFF2-40B4-BE49-F238E27FC236}">
                <a16:creationId xmlns:a16="http://schemas.microsoft.com/office/drawing/2014/main" id="{D79C5E88-7C51-4150-8530-4566B1C9DBB0}"/>
              </a:ext>
            </a:extLst>
          </p:cNvPr>
          <p:cNvGrpSpPr/>
          <p:nvPr/>
        </p:nvGrpSpPr>
        <p:grpSpPr>
          <a:xfrm>
            <a:off x="3455329" y="1700809"/>
            <a:ext cx="7808623" cy="4994733"/>
            <a:chOff x="2295144" y="1879066"/>
            <a:chExt cx="7597140" cy="4816475"/>
          </a:xfrm>
        </p:grpSpPr>
        <p:sp>
          <p:nvSpPr>
            <p:cNvPr id="48" name="object 3">
              <a:extLst>
                <a:ext uri="{FF2B5EF4-FFF2-40B4-BE49-F238E27FC236}">
                  <a16:creationId xmlns:a16="http://schemas.microsoft.com/office/drawing/2014/main" id="{B13C020C-84CA-4D96-9D40-45BA862BAC80}"/>
                </a:ext>
              </a:extLst>
            </p:cNvPr>
            <p:cNvSpPr/>
            <p:nvPr/>
          </p:nvSpPr>
          <p:spPr>
            <a:xfrm>
              <a:off x="2295144" y="6086855"/>
              <a:ext cx="7597140" cy="5623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">
              <a:extLst>
                <a:ext uri="{FF2B5EF4-FFF2-40B4-BE49-F238E27FC236}">
                  <a16:creationId xmlns:a16="http://schemas.microsoft.com/office/drawing/2014/main" id="{642D8F80-AAEB-4A24-95F5-28D45D14850E}"/>
                </a:ext>
              </a:extLst>
            </p:cNvPr>
            <p:cNvSpPr/>
            <p:nvPr/>
          </p:nvSpPr>
          <p:spPr>
            <a:xfrm>
              <a:off x="5506211" y="6080760"/>
              <a:ext cx="1173480" cy="61419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">
              <a:extLst>
                <a:ext uri="{FF2B5EF4-FFF2-40B4-BE49-F238E27FC236}">
                  <a16:creationId xmlns:a16="http://schemas.microsoft.com/office/drawing/2014/main" id="{AB24E645-2100-4A49-894A-DBC50DA12B62}"/>
                </a:ext>
              </a:extLst>
            </p:cNvPr>
            <p:cNvSpPr/>
            <p:nvPr/>
          </p:nvSpPr>
          <p:spPr>
            <a:xfrm>
              <a:off x="2348484" y="6114287"/>
              <a:ext cx="7495032" cy="4602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6">
              <a:extLst>
                <a:ext uri="{FF2B5EF4-FFF2-40B4-BE49-F238E27FC236}">
                  <a16:creationId xmlns:a16="http://schemas.microsoft.com/office/drawing/2014/main" id="{95D78ABC-BC09-4DBC-B3B2-01B4A25C7B35}"/>
                </a:ext>
              </a:extLst>
            </p:cNvPr>
            <p:cNvSpPr/>
            <p:nvPr/>
          </p:nvSpPr>
          <p:spPr>
            <a:xfrm>
              <a:off x="2295144" y="5385816"/>
              <a:ext cx="7597140" cy="80924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7">
              <a:extLst>
                <a:ext uri="{FF2B5EF4-FFF2-40B4-BE49-F238E27FC236}">
                  <a16:creationId xmlns:a16="http://schemas.microsoft.com/office/drawing/2014/main" id="{1BD04ECD-8DAE-44F6-92EF-77B50353951F}"/>
                </a:ext>
              </a:extLst>
            </p:cNvPr>
            <p:cNvSpPr/>
            <p:nvPr/>
          </p:nvSpPr>
          <p:spPr>
            <a:xfrm>
              <a:off x="5091683" y="5381243"/>
              <a:ext cx="2001012" cy="61419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8">
              <a:extLst>
                <a:ext uri="{FF2B5EF4-FFF2-40B4-BE49-F238E27FC236}">
                  <a16:creationId xmlns:a16="http://schemas.microsoft.com/office/drawing/2014/main" id="{E05948D7-FF1D-426B-A89A-9FD9D609EDEE}"/>
                </a:ext>
              </a:extLst>
            </p:cNvPr>
            <p:cNvSpPr/>
            <p:nvPr/>
          </p:nvSpPr>
          <p:spPr>
            <a:xfrm>
              <a:off x="2348484" y="5413248"/>
              <a:ext cx="7495032" cy="70713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9">
              <a:extLst>
                <a:ext uri="{FF2B5EF4-FFF2-40B4-BE49-F238E27FC236}">
                  <a16:creationId xmlns:a16="http://schemas.microsoft.com/office/drawing/2014/main" id="{D2A6BF44-74AA-4B9F-920C-7E7DE828FA59}"/>
                </a:ext>
              </a:extLst>
            </p:cNvPr>
            <p:cNvSpPr/>
            <p:nvPr/>
          </p:nvSpPr>
          <p:spPr>
            <a:xfrm>
              <a:off x="2295144" y="4686300"/>
              <a:ext cx="7597140" cy="80924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10">
              <a:extLst>
                <a:ext uri="{FF2B5EF4-FFF2-40B4-BE49-F238E27FC236}">
                  <a16:creationId xmlns:a16="http://schemas.microsoft.com/office/drawing/2014/main" id="{47EA01A6-2630-4F19-9603-EA3FFEE75768}"/>
                </a:ext>
              </a:extLst>
            </p:cNvPr>
            <p:cNvSpPr/>
            <p:nvPr/>
          </p:nvSpPr>
          <p:spPr>
            <a:xfrm>
              <a:off x="4309872" y="4680178"/>
              <a:ext cx="3566160" cy="61419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11">
              <a:extLst>
                <a:ext uri="{FF2B5EF4-FFF2-40B4-BE49-F238E27FC236}">
                  <a16:creationId xmlns:a16="http://schemas.microsoft.com/office/drawing/2014/main" id="{4D477B1B-2D19-459A-91ED-74E0348C9054}"/>
                </a:ext>
              </a:extLst>
            </p:cNvPr>
            <p:cNvSpPr/>
            <p:nvPr/>
          </p:nvSpPr>
          <p:spPr>
            <a:xfrm>
              <a:off x="2348484" y="4713731"/>
              <a:ext cx="7495032" cy="70713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12">
              <a:extLst>
                <a:ext uri="{FF2B5EF4-FFF2-40B4-BE49-F238E27FC236}">
                  <a16:creationId xmlns:a16="http://schemas.microsoft.com/office/drawing/2014/main" id="{F5409CC4-0F1A-43E8-8D97-7821A8C362C2}"/>
                </a:ext>
              </a:extLst>
            </p:cNvPr>
            <p:cNvSpPr/>
            <p:nvPr/>
          </p:nvSpPr>
          <p:spPr>
            <a:xfrm>
              <a:off x="2295144" y="3985259"/>
              <a:ext cx="7597140" cy="80924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13">
              <a:extLst>
                <a:ext uri="{FF2B5EF4-FFF2-40B4-BE49-F238E27FC236}">
                  <a16:creationId xmlns:a16="http://schemas.microsoft.com/office/drawing/2014/main" id="{B681BF20-F993-4314-BCC9-2B816B186A44}"/>
                </a:ext>
              </a:extLst>
            </p:cNvPr>
            <p:cNvSpPr/>
            <p:nvPr/>
          </p:nvSpPr>
          <p:spPr>
            <a:xfrm>
              <a:off x="4276344" y="3979138"/>
              <a:ext cx="3633215" cy="61419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14">
              <a:extLst>
                <a:ext uri="{FF2B5EF4-FFF2-40B4-BE49-F238E27FC236}">
                  <a16:creationId xmlns:a16="http://schemas.microsoft.com/office/drawing/2014/main" id="{2791CF19-2F76-4003-BFCC-AF4619032ACE}"/>
                </a:ext>
              </a:extLst>
            </p:cNvPr>
            <p:cNvSpPr/>
            <p:nvPr/>
          </p:nvSpPr>
          <p:spPr>
            <a:xfrm>
              <a:off x="2348484" y="4012691"/>
              <a:ext cx="7495032" cy="7071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15">
              <a:extLst>
                <a:ext uri="{FF2B5EF4-FFF2-40B4-BE49-F238E27FC236}">
                  <a16:creationId xmlns:a16="http://schemas.microsoft.com/office/drawing/2014/main" id="{0F7C23F8-80DA-45C8-86E2-F1FE4CD875E3}"/>
                </a:ext>
              </a:extLst>
            </p:cNvPr>
            <p:cNvSpPr/>
            <p:nvPr/>
          </p:nvSpPr>
          <p:spPr>
            <a:xfrm>
              <a:off x="2295144" y="3285743"/>
              <a:ext cx="7597140" cy="80924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16">
              <a:extLst>
                <a:ext uri="{FF2B5EF4-FFF2-40B4-BE49-F238E27FC236}">
                  <a16:creationId xmlns:a16="http://schemas.microsoft.com/office/drawing/2014/main" id="{F02DEA24-4411-4F9D-A38A-E61F417D842D}"/>
                </a:ext>
              </a:extLst>
            </p:cNvPr>
            <p:cNvSpPr/>
            <p:nvPr/>
          </p:nvSpPr>
          <p:spPr>
            <a:xfrm>
              <a:off x="4888992" y="3279622"/>
              <a:ext cx="2406395" cy="614197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17">
              <a:extLst>
                <a:ext uri="{FF2B5EF4-FFF2-40B4-BE49-F238E27FC236}">
                  <a16:creationId xmlns:a16="http://schemas.microsoft.com/office/drawing/2014/main" id="{A2D4FDFD-5BC5-4E1D-B296-80A611460E1A}"/>
                </a:ext>
              </a:extLst>
            </p:cNvPr>
            <p:cNvSpPr/>
            <p:nvPr/>
          </p:nvSpPr>
          <p:spPr>
            <a:xfrm>
              <a:off x="2348484" y="3313175"/>
              <a:ext cx="7495032" cy="70713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18">
              <a:extLst>
                <a:ext uri="{FF2B5EF4-FFF2-40B4-BE49-F238E27FC236}">
                  <a16:creationId xmlns:a16="http://schemas.microsoft.com/office/drawing/2014/main" id="{9799F183-0162-4703-81FD-014D80679D5E}"/>
                </a:ext>
              </a:extLst>
            </p:cNvPr>
            <p:cNvSpPr/>
            <p:nvPr/>
          </p:nvSpPr>
          <p:spPr>
            <a:xfrm>
              <a:off x="2295144" y="2584703"/>
              <a:ext cx="7597140" cy="80924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19">
              <a:extLst>
                <a:ext uri="{FF2B5EF4-FFF2-40B4-BE49-F238E27FC236}">
                  <a16:creationId xmlns:a16="http://schemas.microsoft.com/office/drawing/2014/main" id="{AE7FD191-DAFE-4649-A57B-95510DC4E860}"/>
                </a:ext>
              </a:extLst>
            </p:cNvPr>
            <p:cNvSpPr/>
            <p:nvPr/>
          </p:nvSpPr>
          <p:spPr>
            <a:xfrm>
              <a:off x="4986527" y="2578582"/>
              <a:ext cx="2211324" cy="61419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20">
              <a:extLst>
                <a:ext uri="{FF2B5EF4-FFF2-40B4-BE49-F238E27FC236}">
                  <a16:creationId xmlns:a16="http://schemas.microsoft.com/office/drawing/2014/main" id="{DA437C19-8BF8-4B46-A439-D0D6DF661439}"/>
                </a:ext>
              </a:extLst>
            </p:cNvPr>
            <p:cNvSpPr/>
            <p:nvPr/>
          </p:nvSpPr>
          <p:spPr>
            <a:xfrm>
              <a:off x="2348484" y="2612135"/>
              <a:ext cx="7495032" cy="707136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21">
              <a:extLst>
                <a:ext uri="{FF2B5EF4-FFF2-40B4-BE49-F238E27FC236}">
                  <a16:creationId xmlns:a16="http://schemas.microsoft.com/office/drawing/2014/main" id="{8DD9E818-B366-415B-85E9-6CB3C843100F}"/>
                </a:ext>
              </a:extLst>
            </p:cNvPr>
            <p:cNvSpPr/>
            <p:nvPr/>
          </p:nvSpPr>
          <p:spPr>
            <a:xfrm>
              <a:off x="2295144" y="1885187"/>
              <a:ext cx="7597140" cy="80924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22">
              <a:extLst>
                <a:ext uri="{FF2B5EF4-FFF2-40B4-BE49-F238E27FC236}">
                  <a16:creationId xmlns:a16="http://schemas.microsoft.com/office/drawing/2014/main" id="{AB124113-B2A9-4C7D-8657-1362628964DA}"/>
                </a:ext>
              </a:extLst>
            </p:cNvPr>
            <p:cNvSpPr/>
            <p:nvPr/>
          </p:nvSpPr>
          <p:spPr>
            <a:xfrm>
              <a:off x="4995672" y="1879066"/>
              <a:ext cx="2193035" cy="614197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23">
              <a:extLst>
                <a:ext uri="{FF2B5EF4-FFF2-40B4-BE49-F238E27FC236}">
                  <a16:creationId xmlns:a16="http://schemas.microsoft.com/office/drawing/2014/main" id="{1E2393F8-3432-4D45-A3EC-9120D2C74214}"/>
                </a:ext>
              </a:extLst>
            </p:cNvPr>
            <p:cNvSpPr/>
            <p:nvPr/>
          </p:nvSpPr>
          <p:spPr>
            <a:xfrm>
              <a:off x="2348484" y="1912619"/>
              <a:ext cx="7495032" cy="70713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24">
            <a:extLst>
              <a:ext uri="{FF2B5EF4-FFF2-40B4-BE49-F238E27FC236}">
                <a16:creationId xmlns:a16="http://schemas.microsoft.com/office/drawing/2014/main" id="{E5E36EF6-7B1B-4051-835E-F09D0E23755E}"/>
              </a:ext>
            </a:extLst>
          </p:cNvPr>
          <p:cNvSpPr txBox="1"/>
          <p:nvPr/>
        </p:nvSpPr>
        <p:spPr>
          <a:xfrm>
            <a:off x="5647329" y="1899042"/>
            <a:ext cx="3240360" cy="37437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spcBef>
                <a:spcPts val="105"/>
              </a:spcBef>
            </a:pPr>
            <a:r>
              <a:rPr sz="2000" spc="-5" dirty="0">
                <a:latin typeface="Times New Roman"/>
                <a:cs typeface="Times New Roman"/>
              </a:rPr>
              <a:t>Situation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analysis</a:t>
            </a:r>
            <a:endParaRPr sz="2000" dirty="0">
              <a:latin typeface="Times New Roman"/>
              <a:cs typeface="Times New Roman"/>
            </a:endParaRPr>
          </a:p>
          <a:p>
            <a:pPr marL="624840" marR="621030" algn="ctr">
              <a:lnSpc>
                <a:spcPct val="229800"/>
              </a:lnSpc>
            </a:pPr>
            <a:r>
              <a:rPr sz="2000" dirty="0">
                <a:latin typeface="Times New Roman"/>
                <a:cs typeface="Times New Roman"/>
              </a:rPr>
              <a:t>Setting objectives  Resource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allocation</a:t>
            </a:r>
            <a:endParaRPr sz="2000" dirty="0">
              <a:latin typeface="Times New Roman"/>
              <a:cs typeface="Times New Roman"/>
            </a:endParaRPr>
          </a:p>
          <a:p>
            <a:pPr marL="12700" marR="5080" algn="ctr">
              <a:lnSpc>
                <a:spcPct val="229800"/>
              </a:lnSpc>
            </a:pPr>
            <a:r>
              <a:rPr sz="2000" dirty="0">
                <a:latin typeface="Times New Roman"/>
                <a:cs typeface="Times New Roman"/>
              </a:rPr>
              <a:t>Defining the </a:t>
            </a:r>
            <a:r>
              <a:rPr sz="2000" spc="-5" dirty="0">
                <a:latin typeface="Times New Roman"/>
                <a:cs typeface="Times New Roman"/>
              </a:rPr>
              <a:t>marketing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strategy  Deciding on the </a:t>
            </a:r>
            <a:r>
              <a:rPr sz="2000" spc="-5" dirty="0">
                <a:latin typeface="Times New Roman"/>
                <a:cs typeface="Times New Roman"/>
              </a:rPr>
              <a:t>marketing </a:t>
            </a:r>
            <a:r>
              <a:rPr sz="2000" spc="-10" dirty="0">
                <a:latin typeface="Times New Roman"/>
                <a:cs typeface="Times New Roman"/>
              </a:rPr>
              <a:t>mix  </a:t>
            </a:r>
            <a:r>
              <a:rPr sz="2000" spc="-5" dirty="0">
                <a:latin typeface="Times New Roman"/>
                <a:cs typeface="Times New Roman"/>
              </a:rPr>
              <a:t>Implementation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70" name="object 25">
            <a:extLst>
              <a:ext uri="{FF2B5EF4-FFF2-40B4-BE49-F238E27FC236}">
                <a16:creationId xmlns:a16="http://schemas.microsoft.com/office/drawing/2014/main" id="{15499D05-C69B-4B58-9016-1754C6009C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9402" y="636523"/>
            <a:ext cx="9458325" cy="57404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Marketing </a:t>
            </a:r>
            <a:r>
              <a:rPr lang="en-CA" sz="3600" b="1" dirty="0">
                <a:latin typeface="Times New Roman"/>
                <a:cs typeface="Times New Roman"/>
              </a:rPr>
              <a:t>Planning </a:t>
            </a:r>
            <a:r>
              <a:rPr sz="3600" b="1" spc="-10" dirty="0">
                <a:latin typeface="Times New Roman"/>
                <a:cs typeface="Times New Roman"/>
              </a:rPr>
              <a:t>Process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72" name="object 27">
            <a:extLst>
              <a:ext uri="{FF2B5EF4-FFF2-40B4-BE49-F238E27FC236}">
                <a16:creationId xmlns:a16="http://schemas.microsoft.com/office/drawing/2014/main" id="{1129628A-8222-4D52-9575-5C8022BAA86A}"/>
              </a:ext>
            </a:extLst>
          </p:cNvPr>
          <p:cNvSpPr txBox="1"/>
          <p:nvPr/>
        </p:nvSpPr>
        <p:spPr>
          <a:xfrm>
            <a:off x="12196548" y="5972048"/>
            <a:ext cx="16573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-10" dirty="0">
                <a:latin typeface="Arial"/>
                <a:cs typeface="Arial"/>
              </a:rPr>
              <a:t>16</a:t>
            </a:r>
            <a:endParaRPr sz="1000">
              <a:latin typeface="Arial"/>
              <a:cs typeface="Arial"/>
            </a:endParaRPr>
          </a:p>
        </p:txBody>
      </p:sp>
      <p:sp>
        <p:nvSpPr>
          <p:cNvPr id="73" name="object 28">
            <a:extLst>
              <a:ext uri="{FF2B5EF4-FFF2-40B4-BE49-F238E27FC236}">
                <a16:creationId xmlns:a16="http://schemas.microsoft.com/office/drawing/2014/main" id="{FE1DB2F6-BCEE-4737-AEB6-4874950AEDF0}"/>
              </a:ext>
            </a:extLst>
          </p:cNvPr>
          <p:cNvSpPr txBox="1"/>
          <p:nvPr/>
        </p:nvSpPr>
        <p:spPr>
          <a:xfrm>
            <a:off x="6854231" y="6181727"/>
            <a:ext cx="80581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dirty="0">
                <a:latin typeface="Times New Roman"/>
                <a:cs typeface="Times New Roman"/>
              </a:rPr>
              <a:t>Co</a:t>
            </a:r>
            <a:r>
              <a:rPr sz="2000" spc="5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tr</a:t>
            </a:r>
            <a:r>
              <a:rPr sz="2000" spc="1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C994C72-4849-4D49-A01B-2AEA320CAE82}"/>
              </a:ext>
            </a:extLst>
          </p:cNvPr>
          <p:cNvSpPr txBox="1"/>
          <p:nvPr/>
        </p:nvSpPr>
        <p:spPr>
          <a:xfrm>
            <a:off x="841826" y="1815722"/>
            <a:ext cx="226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Analysis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583FA6D-91D0-47AB-B511-420BF3105379}"/>
              </a:ext>
            </a:extLst>
          </p:cNvPr>
          <p:cNvSpPr txBox="1"/>
          <p:nvPr/>
        </p:nvSpPr>
        <p:spPr>
          <a:xfrm>
            <a:off x="850482" y="3369981"/>
            <a:ext cx="1285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Strategic decisions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0EE30B0-2F2A-4CF7-94E1-E1051BBACF9D}"/>
              </a:ext>
            </a:extLst>
          </p:cNvPr>
          <p:cNvSpPr txBox="1"/>
          <p:nvPr/>
        </p:nvSpPr>
        <p:spPr>
          <a:xfrm>
            <a:off x="894116" y="5709581"/>
            <a:ext cx="1285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Action programs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43E84D97-2B4F-4410-8EE1-204EE23074BE}"/>
              </a:ext>
            </a:extLst>
          </p:cNvPr>
          <p:cNvCxnSpPr/>
          <p:nvPr/>
        </p:nvCxnSpPr>
        <p:spPr>
          <a:xfrm>
            <a:off x="1999401" y="2000388"/>
            <a:ext cx="15107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Left Bracket 79">
            <a:extLst>
              <a:ext uri="{FF2B5EF4-FFF2-40B4-BE49-F238E27FC236}">
                <a16:creationId xmlns:a16="http://schemas.microsoft.com/office/drawing/2014/main" id="{2AEF9B91-15A4-40AE-A2F1-ABFFBB4CFBA1}"/>
              </a:ext>
            </a:extLst>
          </p:cNvPr>
          <p:cNvSpPr/>
          <p:nvPr/>
        </p:nvSpPr>
        <p:spPr>
          <a:xfrm>
            <a:off x="2781872" y="2426214"/>
            <a:ext cx="145777" cy="2586963"/>
          </a:xfrm>
          <a:prstGeom prst="lef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77F3D06B-8718-434D-9BCA-636D9D39AC62}"/>
              </a:ext>
            </a:extLst>
          </p:cNvPr>
          <p:cNvCxnSpPr>
            <a:cxnSpLocks/>
          </p:cNvCxnSpPr>
          <p:nvPr/>
        </p:nvCxnSpPr>
        <p:spPr>
          <a:xfrm>
            <a:off x="1919537" y="3579142"/>
            <a:ext cx="863215" cy="0"/>
          </a:xfrm>
          <a:prstGeom prst="straightConnector1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Left Bracket 82">
            <a:extLst>
              <a:ext uri="{FF2B5EF4-FFF2-40B4-BE49-F238E27FC236}">
                <a16:creationId xmlns:a16="http://schemas.microsoft.com/office/drawing/2014/main" id="{D910D141-E1E3-42CE-90F5-2AE5480266EC}"/>
              </a:ext>
            </a:extLst>
          </p:cNvPr>
          <p:cNvSpPr/>
          <p:nvPr/>
        </p:nvSpPr>
        <p:spPr>
          <a:xfrm>
            <a:off x="2854759" y="5451133"/>
            <a:ext cx="296686" cy="1037931"/>
          </a:xfrm>
          <a:prstGeom prst="lef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8449892-1D8C-4737-95B5-C9EAB835BFF4}"/>
              </a:ext>
            </a:extLst>
          </p:cNvPr>
          <p:cNvCxnSpPr>
            <a:cxnSpLocks/>
          </p:cNvCxnSpPr>
          <p:nvPr/>
        </p:nvCxnSpPr>
        <p:spPr>
          <a:xfrm>
            <a:off x="1999402" y="5990919"/>
            <a:ext cx="863215" cy="0"/>
          </a:xfrm>
          <a:prstGeom prst="straightConnector1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93411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9255" y="1077576"/>
            <a:ext cx="11379545" cy="5660598"/>
            <a:chOff x="184340" y="809180"/>
            <a:chExt cx="8545195" cy="4250690"/>
          </a:xfrm>
        </p:grpSpPr>
        <p:sp>
          <p:nvSpPr>
            <p:cNvPr id="3" name="object 3"/>
            <p:cNvSpPr/>
            <p:nvPr/>
          </p:nvSpPr>
          <p:spPr>
            <a:xfrm>
              <a:off x="197358" y="822197"/>
              <a:ext cx="8519160" cy="4224655"/>
            </a:xfrm>
            <a:custGeom>
              <a:avLst/>
              <a:gdLst/>
              <a:ahLst/>
              <a:cxnLst/>
              <a:rect l="l" t="t" r="r" b="b"/>
              <a:pathLst>
                <a:path w="8519160" h="4224655">
                  <a:moveTo>
                    <a:pt x="8160131" y="0"/>
                  </a:moveTo>
                  <a:lnTo>
                    <a:pt x="359079" y="0"/>
                  </a:lnTo>
                  <a:lnTo>
                    <a:pt x="310355" y="3278"/>
                  </a:lnTo>
                  <a:lnTo>
                    <a:pt x="263623" y="12827"/>
                  </a:lnTo>
                  <a:lnTo>
                    <a:pt x="219311" y="28219"/>
                  </a:lnTo>
                  <a:lnTo>
                    <a:pt x="177847" y="49026"/>
                  </a:lnTo>
                  <a:lnTo>
                    <a:pt x="139658" y="74820"/>
                  </a:lnTo>
                  <a:lnTo>
                    <a:pt x="105173" y="105171"/>
                  </a:lnTo>
                  <a:lnTo>
                    <a:pt x="74819" y="139653"/>
                  </a:lnTo>
                  <a:lnTo>
                    <a:pt x="49025" y="177837"/>
                  </a:lnTo>
                  <a:lnTo>
                    <a:pt x="28218" y="219295"/>
                  </a:lnTo>
                  <a:lnTo>
                    <a:pt x="12826" y="263598"/>
                  </a:lnTo>
                  <a:lnTo>
                    <a:pt x="3278" y="310319"/>
                  </a:lnTo>
                  <a:lnTo>
                    <a:pt x="0" y="359028"/>
                  </a:lnTo>
                  <a:lnTo>
                    <a:pt x="0" y="3865448"/>
                  </a:lnTo>
                  <a:lnTo>
                    <a:pt x="3278" y="3914172"/>
                  </a:lnTo>
                  <a:lnTo>
                    <a:pt x="12826" y="3960904"/>
                  </a:lnTo>
                  <a:lnTo>
                    <a:pt x="28218" y="4005216"/>
                  </a:lnTo>
                  <a:lnTo>
                    <a:pt x="49025" y="4046680"/>
                  </a:lnTo>
                  <a:lnTo>
                    <a:pt x="74819" y="4084869"/>
                  </a:lnTo>
                  <a:lnTo>
                    <a:pt x="105173" y="4119354"/>
                  </a:lnTo>
                  <a:lnTo>
                    <a:pt x="139658" y="4149708"/>
                  </a:lnTo>
                  <a:lnTo>
                    <a:pt x="177847" y="4175502"/>
                  </a:lnTo>
                  <a:lnTo>
                    <a:pt x="219311" y="4196309"/>
                  </a:lnTo>
                  <a:lnTo>
                    <a:pt x="263623" y="4211701"/>
                  </a:lnTo>
                  <a:lnTo>
                    <a:pt x="310355" y="4221249"/>
                  </a:lnTo>
                  <a:lnTo>
                    <a:pt x="359079" y="4224528"/>
                  </a:lnTo>
                  <a:lnTo>
                    <a:pt x="8160131" y="4224528"/>
                  </a:lnTo>
                  <a:lnTo>
                    <a:pt x="8208840" y="4221249"/>
                  </a:lnTo>
                  <a:lnTo>
                    <a:pt x="8255561" y="4211701"/>
                  </a:lnTo>
                  <a:lnTo>
                    <a:pt x="8299864" y="4196309"/>
                  </a:lnTo>
                  <a:lnTo>
                    <a:pt x="8341322" y="4175502"/>
                  </a:lnTo>
                  <a:lnTo>
                    <a:pt x="8379506" y="4149708"/>
                  </a:lnTo>
                  <a:lnTo>
                    <a:pt x="8413988" y="4119354"/>
                  </a:lnTo>
                  <a:lnTo>
                    <a:pt x="8444339" y="4084869"/>
                  </a:lnTo>
                  <a:lnTo>
                    <a:pt x="8470133" y="4046680"/>
                  </a:lnTo>
                  <a:lnTo>
                    <a:pt x="8490940" y="4005216"/>
                  </a:lnTo>
                  <a:lnTo>
                    <a:pt x="8506332" y="3960904"/>
                  </a:lnTo>
                  <a:lnTo>
                    <a:pt x="8515881" y="3914172"/>
                  </a:lnTo>
                  <a:lnTo>
                    <a:pt x="8519160" y="3865448"/>
                  </a:lnTo>
                  <a:lnTo>
                    <a:pt x="8519160" y="359028"/>
                  </a:lnTo>
                  <a:lnTo>
                    <a:pt x="8515881" y="310319"/>
                  </a:lnTo>
                  <a:lnTo>
                    <a:pt x="8506332" y="263598"/>
                  </a:lnTo>
                  <a:lnTo>
                    <a:pt x="8490940" y="219295"/>
                  </a:lnTo>
                  <a:lnTo>
                    <a:pt x="8470133" y="177837"/>
                  </a:lnTo>
                  <a:lnTo>
                    <a:pt x="8444339" y="139653"/>
                  </a:lnTo>
                  <a:lnTo>
                    <a:pt x="8413988" y="105171"/>
                  </a:lnTo>
                  <a:lnTo>
                    <a:pt x="8379506" y="74820"/>
                  </a:lnTo>
                  <a:lnTo>
                    <a:pt x="8341322" y="49026"/>
                  </a:lnTo>
                  <a:lnTo>
                    <a:pt x="8299864" y="28219"/>
                  </a:lnTo>
                  <a:lnTo>
                    <a:pt x="8255561" y="12827"/>
                  </a:lnTo>
                  <a:lnTo>
                    <a:pt x="8208840" y="3278"/>
                  </a:lnTo>
                  <a:lnTo>
                    <a:pt x="81601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" name="object 4"/>
            <p:cNvSpPr/>
            <p:nvPr/>
          </p:nvSpPr>
          <p:spPr>
            <a:xfrm>
              <a:off x="197358" y="822197"/>
              <a:ext cx="8519160" cy="4224655"/>
            </a:xfrm>
            <a:custGeom>
              <a:avLst/>
              <a:gdLst/>
              <a:ahLst/>
              <a:cxnLst/>
              <a:rect l="l" t="t" r="r" b="b"/>
              <a:pathLst>
                <a:path w="8519160" h="4224655">
                  <a:moveTo>
                    <a:pt x="0" y="359028"/>
                  </a:moveTo>
                  <a:lnTo>
                    <a:pt x="3278" y="310319"/>
                  </a:lnTo>
                  <a:lnTo>
                    <a:pt x="12826" y="263598"/>
                  </a:lnTo>
                  <a:lnTo>
                    <a:pt x="28218" y="219295"/>
                  </a:lnTo>
                  <a:lnTo>
                    <a:pt x="49025" y="177837"/>
                  </a:lnTo>
                  <a:lnTo>
                    <a:pt x="74819" y="139653"/>
                  </a:lnTo>
                  <a:lnTo>
                    <a:pt x="105173" y="105171"/>
                  </a:lnTo>
                  <a:lnTo>
                    <a:pt x="139658" y="74820"/>
                  </a:lnTo>
                  <a:lnTo>
                    <a:pt x="177847" y="49026"/>
                  </a:lnTo>
                  <a:lnTo>
                    <a:pt x="219311" y="28219"/>
                  </a:lnTo>
                  <a:lnTo>
                    <a:pt x="263623" y="12827"/>
                  </a:lnTo>
                  <a:lnTo>
                    <a:pt x="310355" y="3278"/>
                  </a:lnTo>
                  <a:lnTo>
                    <a:pt x="359079" y="0"/>
                  </a:lnTo>
                  <a:lnTo>
                    <a:pt x="8160131" y="0"/>
                  </a:lnTo>
                  <a:lnTo>
                    <a:pt x="8208840" y="3278"/>
                  </a:lnTo>
                  <a:lnTo>
                    <a:pt x="8255561" y="12827"/>
                  </a:lnTo>
                  <a:lnTo>
                    <a:pt x="8299864" y="28219"/>
                  </a:lnTo>
                  <a:lnTo>
                    <a:pt x="8341322" y="49026"/>
                  </a:lnTo>
                  <a:lnTo>
                    <a:pt x="8379506" y="74820"/>
                  </a:lnTo>
                  <a:lnTo>
                    <a:pt x="8413988" y="105171"/>
                  </a:lnTo>
                  <a:lnTo>
                    <a:pt x="8444339" y="139653"/>
                  </a:lnTo>
                  <a:lnTo>
                    <a:pt x="8470133" y="177837"/>
                  </a:lnTo>
                  <a:lnTo>
                    <a:pt x="8490940" y="219295"/>
                  </a:lnTo>
                  <a:lnTo>
                    <a:pt x="8506332" y="263598"/>
                  </a:lnTo>
                  <a:lnTo>
                    <a:pt x="8515881" y="310319"/>
                  </a:lnTo>
                  <a:lnTo>
                    <a:pt x="8519160" y="359028"/>
                  </a:lnTo>
                  <a:lnTo>
                    <a:pt x="8519160" y="3865448"/>
                  </a:lnTo>
                  <a:lnTo>
                    <a:pt x="8515881" y="3914172"/>
                  </a:lnTo>
                  <a:lnTo>
                    <a:pt x="8506332" y="3960904"/>
                  </a:lnTo>
                  <a:lnTo>
                    <a:pt x="8490940" y="4005216"/>
                  </a:lnTo>
                  <a:lnTo>
                    <a:pt x="8470133" y="4046680"/>
                  </a:lnTo>
                  <a:lnTo>
                    <a:pt x="8444339" y="4084869"/>
                  </a:lnTo>
                  <a:lnTo>
                    <a:pt x="8413988" y="4119354"/>
                  </a:lnTo>
                  <a:lnTo>
                    <a:pt x="8379506" y="4149708"/>
                  </a:lnTo>
                  <a:lnTo>
                    <a:pt x="8341322" y="4175502"/>
                  </a:lnTo>
                  <a:lnTo>
                    <a:pt x="8299864" y="4196309"/>
                  </a:lnTo>
                  <a:lnTo>
                    <a:pt x="8255561" y="4211701"/>
                  </a:lnTo>
                  <a:lnTo>
                    <a:pt x="8208840" y="4221249"/>
                  </a:lnTo>
                  <a:lnTo>
                    <a:pt x="8160131" y="4224528"/>
                  </a:lnTo>
                  <a:lnTo>
                    <a:pt x="359079" y="4224528"/>
                  </a:lnTo>
                  <a:lnTo>
                    <a:pt x="310355" y="4221249"/>
                  </a:lnTo>
                  <a:lnTo>
                    <a:pt x="263623" y="4211701"/>
                  </a:lnTo>
                  <a:lnTo>
                    <a:pt x="219311" y="4196309"/>
                  </a:lnTo>
                  <a:lnTo>
                    <a:pt x="177847" y="4175502"/>
                  </a:lnTo>
                  <a:lnTo>
                    <a:pt x="139658" y="4149708"/>
                  </a:lnTo>
                  <a:lnTo>
                    <a:pt x="105173" y="4119354"/>
                  </a:lnTo>
                  <a:lnTo>
                    <a:pt x="74819" y="4084869"/>
                  </a:lnTo>
                  <a:lnTo>
                    <a:pt x="49025" y="4046680"/>
                  </a:lnTo>
                  <a:lnTo>
                    <a:pt x="28218" y="4005216"/>
                  </a:lnTo>
                  <a:lnTo>
                    <a:pt x="12826" y="3960904"/>
                  </a:lnTo>
                  <a:lnTo>
                    <a:pt x="3278" y="3914172"/>
                  </a:lnTo>
                  <a:lnTo>
                    <a:pt x="0" y="3865448"/>
                  </a:lnTo>
                  <a:lnTo>
                    <a:pt x="0" y="359028"/>
                  </a:lnTo>
                  <a:close/>
                </a:path>
              </a:pathLst>
            </a:custGeom>
            <a:ln w="25907">
              <a:solidFill>
                <a:srgbClr val="2C2C2C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65891" y="1273847"/>
            <a:ext cx="3309767" cy="570434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6913">
              <a:spcBef>
                <a:spcPts val="133"/>
              </a:spcBef>
            </a:pPr>
            <a:r>
              <a:rPr sz="3596" dirty="0">
                <a:solidFill>
                  <a:srgbClr val="333333"/>
                </a:solidFill>
                <a:latin typeface="Arial"/>
                <a:cs typeface="Arial"/>
              </a:rPr>
              <a:t>At </a:t>
            </a:r>
            <a:r>
              <a:rPr sz="3596" spc="-7" dirty="0">
                <a:solidFill>
                  <a:srgbClr val="333333"/>
                </a:solidFill>
                <a:latin typeface="Arial"/>
                <a:cs typeface="Arial"/>
              </a:rPr>
              <a:t>a </a:t>
            </a:r>
            <a:r>
              <a:rPr sz="3596" dirty="0">
                <a:solidFill>
                  <a:srgbClr val="333333"/>
                </a:solidFill>
                <a:latin typeface="Arial"/>
                <a:cs typeface="Arial"/>
              </a:rPr>
              <a:t>Macro</a:t>
            </a:r>
            <a:r>
              <a:rPr sz="3596" spc="-73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596" spc="-7" dirty="0">
                <a:solidFill>
                  <a:srgbClr val="333333"/>
                </a:solidFill>
                <a:latin typeface="Arial"/>
                <a:cs typeface="Arial"/>
              </a:rPr>
              <a:t>level</a:t>
            </a:r>
            <a:endParaRPr sz="3596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73384" y="2484018"/>
            <a:ext cx="1736063" cy="795731"/>
            <a:chOff x="397700" y="1865312"/>
            <a:chExt cx="1303655" cy="597535"/>
          </a:xfrm>
        </p:grpSpPr>
        <p:sp>
          <p:nvSpPr>
            <p:cNvPr id="7" name="object 7"/>
            <p:cNvSpPr/>
            <p:nvPr/>
          </p:nvSpPr>
          <p:spPr>
            <a:xfrm>
              <a:off x="410718" y="1878329"/>
              <a:ext cx="1277620" cy="571500"/>
            </a:xfrm>
            <a:custGeom>
              <a:avLst/>
              <a:gdLst/>
              <a:ahLst/>
              <a:cxnLst/>
              <a:rect l="l" t="t" r="r" b="b"/>
              <a:pathLst>
                <a:path w="1277620" h="571500">
                  <a:moveTo>
                    <a:pt x="1217040" y="0"/>
                  </a:moveTo>
                  <a:lnTo>
                    <a:pt x="60007" y="0"/>
                  </a:lnTo>
                  <a:lnTo>
                    <a:pt x="36647" y="4724"/>
                  </a:lnTo>
                  <a:lnTo>
                    <a:pt x="17573" y="17605"/>
                  </a:lnTo>
                  <a:lnTo>
                    <a:pt x="4714" y="36701"/>
                  </a:lnTo>
                  <a:lnTo>
                    <a:pt x="0" y="60071"/>
                  </a:lnTo>
                  <a:lnTo>
                    <a:pt x="0" y="511429"/>
                  </a:lnTo>
                  <a:lnTo>
                    <a:pt x="4714" y="534798"/>
                  </a:lnTo>
                  <a:lnTo>
                    <a:pt x="17573" y="553894"/>
                  </a:lnTo>
                  <a:lnTo>
                    <a:pt x="36647" y="566775"/>
                  </a:lnTo>
                  <a:lnTo>
                    <a:pt x="60007" y="571500"/>
                  </a:lnTo>
                  <a:lnTo>
                    <a:pt x="1217040" y="571500"/>
                  </a:lnTo>
                  <a:lnTo>
                    <a:pt x="1240410" y="566775"/>
                  </a:lnTo>
                  <a:lnTo>
                    <a:pt x="1259506" y="553894"/>
                  </a:lnTo>
                  <a:lnTo>
                    <a:pt x="1272387" y="534798"/>
                  </a:lnTo>
                  <a:lnTo>
                    <a:pt x="1277112" y="511429"/>
                  </a:lnTo>
                  <a:lnTo>
                    <a:pt x="1277112" y="60071"/>
                  </a:lnTo>
                  <a:lnTo>
                    <a:pt x="1272387" y="36701"/>
                  </a:lnTo>
                  <a:lnTo>
                    <a:pt x="1259506" y="17605"/>
                  </a:lnTo>
                  <a:lnTo>
                    <a:pt x="1240410" y="4724"/>
                  </a:lnTo>
                  <a:lnTo>
                    <a:pt x="1217040" y="0"/>
                  </a:lnTo>
                  <a:close/>
                </a:path>
              </a:pathLst>
            </a:custGeom>
            <a:solidFill>
              <a:srgbClr val="CDCD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8" name="object 8"/>
            <p:cNvSpPr/>
            <p:nvPr/>
          </p:nvSpPr>
          <p:spPr>
            <a:xfrm>
              <a:off x="410718" y="1878329"/>
              <a:ext cx="1277620" cy="571500"/>
            </a:xfrm>
            <a:custGeom>
              <a:avLst/>
              <a:gdLst/>
              <a:ahLst/>
              <a:cxnLst/>
              <a:rect l="l" t="t" r="r" b="b"/>
              <a:pathLst>
                <a:path w="1277620" h="571500">
                  <a:moveTo>
                    <a:pt x="0" y="60071"/>
                  </a:moveTo>
                  <a:lnTo>
                    <a:pt x="4714" y="36701"/>
                  </a:lnTo>
                  <a:lnTo>
                    <a:pt x="17573" y="17605"/>
                  </a:lnTo>
                  <a:lnTo>
                    <a:pt x="36647" y="4724"/>
                  </a:lnTo>
                  <a:lnTo>
                    <a:pt x="60007" y="0"/>
                  </a:lnTo>
                  <a:lnTo>
                    <a:pt x="1217040" y="0"/>
                  </a:lnTo>
                  <a:lnTo>
                    <a:pt x="1240410" y="4724"/>
                  </a:lnTo>
                  <a:lnTo>
                    <a:pt x="1259506" y="17605"/>
                  </a:lnTo>
                  <a:lnTo>
                    <a:pt x="1272387" y="36701"/>
                  </a:lnTo>
                  <a:lnTo>
                    <a:pt x="1277112" y="60071"/>
                  </a:lnTo>
                  <a:lnTo>
                    <a:pt x="1277112" y="511429"/>
                  </a:lnTo>
                  <a:lnTo>
                    <a:pt x="1272387" y="534798"/>
                  </a:lnTo>
                  <a:lnTo>
                    <a:pt x="1259506" y="553894"/>
                  </a:lnTo>
                  <a:lnTo>
                    <a:pt x="1240410" y="566775"/>
                  </a:lnTo>
                  <a:lnTo>
                    <a:pt x="1217040" y="571500"/>
                  </a:lnTo>
                  <a:lnTo>
                    <a:pt x="60007" y="571500"/>
                  </a:lnTo>
                  <a:lnTo>
                    <a:pt x="36647" y="566775"/>
                  </a:lnTo>
                  <a:lnTo>
                    <a:pt x="17573" y="553894"/>
                  </a:lnTo>
                  <a:lnTo>
                    <a:pt x="4714" y="534798"/>
                  </a:lnTo>
                  <a:lnTo>
                    <a:pt x="0" y="511429"/>
                  </a:lnTo>
                  <a:lnTo>
                    <a:pt x="0" y="60071"/>
                  </a:lnTo>
                  <a:close/>
                </a:path>
              </a:pathLst>
            </a:custGeom>
            <a:ln w="259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323231" y="2723750"/>
            <a:ext cx="1232071" cy="262978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6913">
              <a:spcBef>
                <a:spcPts val="133"/>
              </a:spcBef>
            </a:pPr>
            <a:r>
              <a:rPr sz="1598" spc="-7" dirty="0">
                <a:solidFill>
                  <a:srgbClr val="333333"/>
                </a:solidFill>
                <a:latin typeface="Arial"/>
                <a:cs typeface="Arial"/>
              </a:rPr>
              <a:t>Product-legal</a:t>
            </a:r>
            <a:endParaRPr sz="1598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73384" y="3277550"/>
            <a:ext cx="1736063" cy="795731"/>
            <a:chOff x="397700" y="2461196"/>
            <a:chExt cx="1303655" cy="597535"/>
          </a:xfrm>
        </p:grpSpPr>
        <p:sp>
          <p:nvSpPr>
            <p:cNvPr id="11" name="object 11"/>
            <p:cNvSpPr/>
            <p:nvPr/>
          </p:nvSpPr>
          <p:spPr>
            <a:xfrm>
              <a:off x="410718" y="2474213"/>
              <a:ext cx="1277620" cy="571500"/>
            </a:xfrm>
            <a:custGeom>
              <a:avLst/>
              <a:gdLst/>
              <a:ahLst/>
              <a:cxnLst/>
              <a:rect l="l" t="t" r="r" b="b"/>
              <a:pathLst>
                <a:path w="1277620" h="571500">
                  <a:moveTo>
                    <a:pt x="1217040" y="0"/>
                  </a:moveTo>
                  <a:lnTo>
                    <a:pt x="60007" y="0"/>
                  </a:lnTo>
                  <a:lnTo>
                    <a:pt x="36647" y="4724"/>
                  </a:lnTo>
                  <a:lnTo>
                    <a:pt x="17573" y="17605"/>
                  </a:lnTo>
                  <a:lnTo>
                    <a:pt x="4714" y="36701"/>
                  </a:lnTo>
                  <a:lnTo>
                    <a:pt x="0" y="60071"/>
                  </a:lnTo>
                  <a:lnTo>
                    <a:pt x="0" y="511429"/>
                  </a:lnTo>
                  <a:lnTo>
                    <a:pt x="4714" y="534798"/>
                  </a:lnTo>
                  <a:lnTo>
                    <a:pt x="17573" y="553894"/>
                  </a:lnTo>
                  <a:lnTo>
                    <a:pt x="36647" y="566775"/>
                  </a:lnTo>
                  <a:lnTo>
                    <a:pt x="60007" y="571500"/>
                  </a:lnTo>
                  <a:lnTo>
                    <a:pt x="1217040" y="571500"/>
                  </a:lnTo>
                  <a:lnTo>
                    <a:pt x="1240410" y="566775"/>
                  </a:lnTo>
                  <a:lnTo>
                    <a:pt x="1259506" y="553894"/>
                  </a:lnTo>
                  <a:lnTo>
                    <a:pt x="1272387" y="534798"/>
                  </a:lnTo>
                  <a:lnTo>
                    <a:pt x="1277112" y="511429"/>
                  </a:lnTo>
                  <a:lnTo>
                    <a:pt x="1277112" y="60071"/>
                  </a:lnTo>
                  <a:lnTo>
                    <a:pt x="1272387" y="36701"/>
                  </a:lnTo>
                  <a:lnTo>
                    <a:pt x="1259506" y="17605"/>
                  </a:lnTo>
                  <a:lnTo>
                    <a:pt x="1240410" y="4724"/>
                  </a:lnTo>
                  <a:lnTo>
                    <a:pt x="1217040" y="0"/>
                  </a:lnTo>
                  <a:close/>
                </a:path>
              </a:pathLst>
            </a:custGeom>
            <a:solidFill>
              <a:srgbClr val="CDCD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2" name="object 12"/>
            <p:cNvSpPr/>
            <p:nvPr/>
          </p:nvSpPr>
          <p:spPr>
            <a:xfrm>
              <a:off x="410718" y="2474213"/>
              <a:ext cx="1277620" cy="571500"/>
            </a:xfrm>
            <a:custGeom>
              <a:avLst/>
              <a:gdLst/>
              <a:ahLst/>
              <a:cxnLst/>
              <a:rect l="l" t="t" r="r" b="b"/>
              <a:pathLst>
                <a:path w="1277620" h="571500">
                  <a:moveTo>
                    <a:pt x="0" y="60071"/>
                  </a:moveTo>
                  <a:lnTo>
                    <a:pt x="4714" y="36701"/>
                  </a:lnTo>
                  <a:lnTo>
                    <a:pt x="17573" y="17605"/>
                  </a:lnTo>
                  <a:lnTo>
                    <a:pt x="36647" y="4724"/>
                  </a:lnTo>
                  <a:lnTo>
                    <a:pt x="60007" y="0"/>
                  </a:lnTo>
                  <a:lnTo>
                    <a:pt x="1217040" y="0"/>
                  </a:lnTo>
                  <a:lnTo>
                    <a:pt x="1240410" y="4724"/>
                  </a:lnTo>
                  <a:lnTo>
                    <a:pt x="1259506" y="17605"/>
                  </a:lnTo>
                  <a:lnTo>
                    <a:pt x="1272387" y="36701"/>
                  </a:lnTo>
                  <a:lnTo>
                    <a:pt x="1277112" y="60071"/>
                  </a:lnTo>
                  <a:lnTo>
                    <a:pt x="1277112" y="511429"/>
                  </a:lnTo>
                  <a:lnTo>
                    <a:pt x="1272387" y="534798"/>
                  </a:lnTo>
                  <a:lnTo>
                    <a:pt x="1259506" y="553894"/>
                  </a:lnTo>
                  <a:lnTo>
                    <a:pt x="1240410" y="566775"/>
                  </a:lnTo>
                  <a:lnTo>
                    <a:pt x="1217040" y="571500"/>
                  </a:lnTo>
                  <a:lnTo>
                    <a:pt x="60007" y="571500"/>
                  </a:lnTo>
                  <a:lnTo>
                    <a:pt x="36647" y="566775"/>
                  </a:lnTo>
                  <a:lnTo>
                    <a:pt x="17573" y="553894"/>
                  </a:lnTo>
                  <a:lnTo>
                    <a:pt x="4714" y="534798"/>
                  </a:lnTo>
                  <a:lnTo>
                    <a:pt x="0" y="511429"/>
                  </a:lnTo>
                  <a:lnTo>
                    <a:pt x="0" y="60071"/>
                  </a:lnTo>
                  <a:close/>
                </a:path>
              </a:pathLst>
            </a:custGeom>
            <a:ln w="259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475442" y="3517284"/>
            <a:ext cx="928494" cy="262978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6913">
              <a:spcBef>
                <a:spcPts val="133"/>
              </a:spcBef>
            </a:pPr>
            <a:r>
              <a:rPr sz="1598" dirty="0">
                <a:solidFill>
                  <a:srgbClr val="333333"/>
                </a:solidFill>
                <a:latin typeface="Arial"/>
                <a:cs typeface="Arial"/>
              </a:rPr>
              <a:t>E</a:t>
            </a:r>
            <a:r>
              <a:rPr sz="1598" spc="-7" dirty="0">
                <a:solidFill>
                  <a:srgbClr val="333333"/>
                </a:solidFill>
                <a:latin typeface="Arial"/>
                <a:cs typeface="Arial"/>
              </a:rPr>
              <a:t>cono</a:t>
            </a:r>
            <a:r>
              <a:rPr sz="1598" spc="7" dirty="0">
                <a:solidFill>
                  <a:srgbClr val="333333"/>
                </a:solidFill>
                <a:latin typeface="Arial"/>
                <a:cs typeface="Arial"/>
              </a:rPr>
              <a:t>m</a:t>
            </a:r>
            <a:r>
              <a:rPr sz="1598" spc="-7" dirty="0">
                <a:solidFill>
                  <a:srgbClr val="333333"/>
                </a:solidFill>
                <a:latin typeface="Arial"/>
                <a:cs typeface="Arial"/>
              </a:rPr>
              <a:t>ic</a:t>
            </a:r>
            <a:endParaRPr sz="1598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73384" y="4071082"/>
            <a:ext cx="1736063" cy="795731"/>
            <a:chOff x="397700" y="3057080"/>
            <a:chExt cx="1303655" cy="597535"/>
          </a:xfrm>
        </p:grpSpPr>
        <p:sp>
          <p:nvSpPr>
            <p:cNvPr id="15" name="object 15"/>
            <p:cNvSpPr/>
            <p:nvPr/>
          </p:nvSpPr>
          <p:spPr>
            <a:xfrm>
              <a:off x="410718" y="3070097"/>
              <a:ext cx="1277620" cy="571500"/>
            </a:xfrm>
            <a:custGeom>
              <a:avLst/>
              <a:gdLst/>
              <a:ahLst/>
              <a:cxnLst/>
              <a:rect l="l" t="t" r="r" b="b"/>
              <a:pathLst>
                <a:path w="1277620" h="571500">
                  <a:moveTo>
                    <a:pt x="1217040" y="0"/>
                  </a:moveTo>
                  <a:lnTo>
                    <a:pt x="60007" y="0"/>
                  </a:lnTo>
                  <a:lnTo>
                    <a:pt x="36647" y="4724"/>
                  </a:lnTo>
                  <a:lnTo>
                    <a:pt x="17573" y="17605"/>
                  </a:lnTo>
                  <a:lnTo>
                    <a:pt x="4714" y="36701"/>
                  </a:lnTo>
                  <a:lnTo>
                    <a:pt x="0" y="60070"/>
                  </a:lnTo>
                  <a:lnTo>
                    <a:pt x="0" y="511428"/>
                  </a:lnTo>
                  <a:lnTo>
                    <a:pt x="4714" y="534798"/>
                  </a:lnTo>
                  <a:lnTo>
                    <a:pt x="17573" y="553894"/>
                  </a:lnTo>
                  <a:lnTo>
                    <a:pt x="36647" y="566775"/>
                  </a:lnTo>
                  <a:lnTo>
                    <a:pt x="60007" y="571500"/>
                  </a:lnTo>
                  <a:lnTo>
                    <a:pt x="1217040" y="571500"/>
                  </a:lnTo>
                  <a:lnTo>
                    <a:pt x="1240410" y="566775"/>
                  </a:lnTo>
                  <a:lnTo>
                    <a:pt x="1259506" y="553894"/>
                  </a:lnTo>
                  <a:lnTo>
                    <a:pt x="1272387" y="534798"/>
                  </a:lnTo>
                  <a:lnTo>
                    <a:pt x="1277112" y="511428"/>
                  </a:lnTo>
                  <a:lnTo>
                    <a:pt x="1277112" y="60070"/>
                  </a:lnTo>
                  <a:lnTo>
                    <a:pt x="1272387" y="36701"/>
                  </a:lnTo>
                  <a:lnTo>
                    <a:pt x="1259506" y="17605"/>
                  </a:lnTo>
                  <a:lnTo>
                    <a:pt x="1240410" y="4724"/>
                  </a:lnTo>
                  <a:lnTo>
                    <a:pt x="1217040" y="0"/>
                  </a:lnTo>
                  <a:close/>
                </a:path>
              </a:pathLst>
            </a:custGeom>
            <a:solidFill>
              <a:srgbClr val="CDCD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6" name="object 16"/>
            <p:cNvSpPr/>
            <p:nvPr/>
          </p:nvSpPr>
          <p:spPr>
            <a:xfrm>
              <a:off x="410718" y="3070097"/>
              <a:ext cx="1277620" cy="571500"/>
            </a:xfrm>
            <a:custGeom>
              <a:avLst/>
              <a:gdLst/>
              <a:ahLst/>
              <a:cxnLst/>
              <a:rect l="l" t="t" r="r" b="b"/>
              <a:pathLst>
                <a:path w="1277620" h="571500">
                  <a:moveTo>
                    <a:pt x="0" y="60070"/>
                  </a:moveTo>
                  <a:lnTo>
                    <a:pt x="4714" y="36701"/>
                  </a:lnTo>
                  <a:lnTo>
                    <a:pt x="17573" y="17605"/>
                  </a:lnTo>
                  <a:lnTo>
                    <a:pt x="36647" y="4724"/>
                  </a:lnTo>
                  <a:lnTo>
                    <a:pt x="60007" y="0"/>
                  </a:lnTo>
                  <a:lnTo>
                    <a:pt x="1217040" y="0"/>
                  </a:lnTo>
                  <a:lnTo>
                    <a:pt x="1240410" y="4724"/>
                  </a:lnTo>
                  <a:lnTo>
                    <a:pt x="1259506" y="17605"/>
                  </a:lnTo>
                  <a:lnTo>
                    <a:pt x="1272387" y="36701"/>
                  </a:lnTo>
                  <a:lnTo>
                    <a:pt x="1277112" y="60070"/>
                  </a:lnTo>
                  <a:lnTo>
                    <a:pt x="1277112" y="511428"/>
                  </a:lnTo>
                  <a:lnTo>
                    <a:pt x="1272387" y="534798"/>
                  </a:lnTo>
                  <a:lnTo>
                    <a:pt x="1259506" y="553894"/>
                  </a:lnTo>
                  <a:lnTo>
                    <a:pt x="1240410" y="566775"/>
                  </a:lnTo>
                  <a:lnTo>
                    <a:pt x="1217040" y="571500"/>
                  </a:lnTo>
                  <a:lnTo>
                    <a:pt x="60007" y="571500"/>
                  </a:lnTo>
                  <a:lnTo>
                    <a:pt x="36647" y="566775"/>
                  </a:lnTo>
                  <a:lnTo>
                    <a:pt x="17573" y="553894"/>
                  </a:lnTo>
                  <a:lnTo>
                    <a:pt x="4714" y="534798"/>
                  </a:lnTo>
                  <a:lnTo>
                    <a:pt x="0" y="511428"/>
                  </a:lnTo>
                  <a:lnTo>
                    <a:pt x="0" y="60070"/>
                  </a:lnTo>
                  <a:close/>
                </a:path>
              </a:pathLst>
            </a:custGeom>
            <a:ln w="259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646326" y="4310815"/>
            <a:ext cx="587708" cy="262978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6913">
              <a:spcBef>
                <a:spcPts val="133"/>
              </a:spcBef>
            </a:pPr>
            <a:r>
              <a:rPr sz="1598" spc="-7" dirty="0">
                <a:solidFill>
                  <a:srgbClr val="333333"/>
                </a:solidFill>
                <a:latin typeface="Arial"/>
                <a:cs typeface="Arial"/>
              </a:rPr>
              <a:t>Social</a:t>
            </a:r>
            <a:endParaRPr sz="1598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073384" y="4864615"/>
            <a:ext cx="1736063" cy="795731"/>
            <a:chOff x="397700" y="3652964"/>
            <a:chExt cx="1303655" cy="597535"/>
          </a:xfrm>
        </p:grpSpPr>
        <p:sp>
          <p:nvSpPr>
            <p:cNvPr id="19" name="object 19"/>
            <p:cNvSpPr/>
            <p:nvPr/>
          </p:nvSpPr>
          <p:spPr>
            <a:xfrm>
              <a:off x="410718" y="3665982"/>
              <a:ext cx="1277620" cy="571500"/>
            </a:xfrm>
            <a:custGeom>
              <a:avLst/>
              <a:gdLst/>
              <a:ahLst/>
              <a:cxnLst/>
              <a:rect l="l" t="t" r="r" b="b"/>
              <a:pathLst>
                <a:path w="1277620" h="571500">
                  <a:moveTo>
                    <a:pt x="1217040" y="0"/>
                  </a:moveTo>
                  <a:lnTo>
                    <a:pt x="60007" y="0"/>
                  </a:lnTo>
                  <a:lnTo>
                    <a:pt x="36647" y="4724"/>
                  </a:lnTo>
                  <a:lnTo>
                    <a:pt x="17573" y="17605"/>
                  </a:lnTo>
                  <a:lnTo>
                    <a:pt x="4714" y="36701"/>
                  </a:lnTo>
                  <a:lnTo>
                    <a:pt x="0" y="60070"/>
                  </a:lnTo>
                  <a:lnTo>
                    <a:pt x="0" y="511492"/>
                  </a:lnTo>
                  <a:lnTo>
                    <a:pt x="4714" y="534847"/>
                  </a:lnTo>
                  <a:lnTo>
                    <a:pt x="17573" y="553921"/>
                  </a:lnTo>
                  <a:lnTo>
                    <a:pt x="36647" y="566783"/>
                  </a:lnTo>
                  <a:lnTo>
                    <a:pt x="60007" y="571499"/>
                  </a:lnTo>
                  <a:lnTo>
                    <a:pt x="1217040" y="571499"/>
                  </a:lnTo>
                  <a:lnTo>
                    <a:pt x="1240410" y="566783"/>
                  </a:lnTo>
                  <a:lnTo>
                    <a:pt x="1259506" y="553921"/>
                  </a:lnTo>
                  <a:lnTo>
                    <a:pt x="1272387" y="534847"/>
                  </a:lnTo>
                  <a:lnTo>
                    <a:pt x="1277112" y="511492"/>
                  </a:lnTo>
                  <a:lnTo>
                    <a:pt x="1277112" y="60070"/>
                  </a:lnTo>
                  <a:lnTo>
                    <a:pt x="1272387" y="36701"/>
                  </a:lnTo>
                  <a:lnTo>
                    <a:pt x="1259506" y="17605"/>
                  </a:lnTo>
                  <a:lnTo>
                    <a:pt x="1240410" y="4724"/>
                  </a:lnTo>
                  <a:lnTo>
                    <a:pt x="1217040" y="0"/>
                  </a:lnTo>
                  <a:close/>
                </a:path>
              </a:pathLst>
            </a:custGeom>
            <a:solidFill>
              <a:srgbClr val="CDCD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0" name="object 20"/>
            <p:cNvSpPr/>
            <p:nvPr/>
          </p:nvSpPr>
          <p:spPr>
            <a:xfrm>
              <a:off x="410718" y="3665982"/>
              <a:ext cx="1277620" cy="571500"/>
            </a:xfrm>
            <a:custGeom>
              <a:avLst/>
              <a:gdLst/>
              <a:ahLst/>
              <a:cxnLst/>
              <a:rect l="l" t="t" r="r" b="b"/>
              <a:pathLst>
                <a:path w="1277620" h="571500">
                  <a:moveTo>
                    <a:pt x="0" y="60070"/>
                  </a:moveTo>
                  <a:lnTo>
                    <a:pt x="4714" y="36701"/>
                  </a:lnTo>
                  <a:lnTo>
                    <a:pt x="17573" y="17605"/>
                  </a:lnTo>
                  <a:lnTo>
                    <a:pt x="36647" y="4724"/>
                  </a:lnTo>
                  <a:lnTo>
                    <a:pt x="60007" y="0"/>
                  </a:lnTo>
                  <a:lnTo>
                    <a:pt x="1217040" y="0"/>
                  </a:lnTo>
                  <a:lnTo>
                    <a:pt x="1240410" y="4724"/>
                  </a:lnTo>
                  <a:lnTo>
                    <a:pt x="1259506" y="17605"/>
                  </a:lnTo>
                  <a:lnTo>
                    <a:pt x="1272387" y="36701"/>
                  </a:lnTo>
                  <a:lnTo>
                    <a:pt x="1277112" y="60070"/>
                  </a:lnTo>
                  <a:lnTo>
                    <a:pt x="1277112" y="511492"/>
                  </a:lnTo>
                  <a:lnTo>
                    <a:pt x="1272387" y="534847"/>
                  </a:lnTo>
                  <a:lnTo>
                    <a:pt x="1259506" y="553921"/>
                  </a:lnTo>
                  <a:lnTo>
                    <a:pt x="1240410" y="566783"/>
                  </a:lnTo>
                  <a:lnTo>
                    <a:pt x="1217040" y="571499"/>
                  </a:lnTo>
                  <a:lnTo>
                    <a:pt x="60007" y="571499"/>
                  </a:lnTo>
                  <a:lnTo>
                    <a:pt x="36647" y="566783"/>
                  </a:lnTo>
                  <a:lnTo>
                    <a:pt x="17573" y="553921"/>
                  </a:lnTo>
                  <a:lnTo>
                    <a:pt x="4714" y="534847"/>
                  </a:lnTo>
                  <a:lnTo>
                    <a:pt x="0" y="511492"/>
                  </a:lnTo>
                  <a:lnTo>
                    <a:pt x="0" y="60070"/>
                  </a:lnTo>
                  <a:close/>
                </a:path>
              </a:pathLst>
            </a:custGeom>
            <a:ln w="259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72492" y="5104314"/>
            <a:ext cx="1333546" cy="262978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6913">
              <a:spcBef>
                <a:spcPts val="133"/>
              </a:spcBef>
            </a:pPr>
            <a:r>
              <a:rPr sz="1598" spc="-7" dirty="0">
                <a:solidFill>
                  <a:srgbClr val="333333"/>
                </a:solidFill>
                <a:latin typeface="Arial"/>
                <a:cs typeface="Arial"/>
              </a:rPr>
              <a:t>Environmental</a:t>
            </a:r>
            <a:endParaRPr sz="1598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73384" y="5658147"/>
            <a:ext cx="1736063" cy="795731"/>
            <a:chOff x="397700" y="4248848"/>
            <a:chExt cx="1303655" cy="597535"/>
          </a:xfrm>
        </p:grpSpPr>
        <p:sp>
          <p:nvSpPr>
            <p:cNvPr id="23" name="object 23"/>
            <p:cNvSpPr/>
            <p:nvPr/>
          </p:nvSpPr>
          <p:spPr>
            <a:xfrm>
              <a:off x="410718" y="4261865"/>
              <a:ext cx="1277620" cy="571500"/>
            </a:xfrm>
            <a:custGeom>
              <a:avLst/>
              <a:gdLst/>
              <a:ahLst/>
              <a:cxnLst/>
              <a:rect l="l" t="t" r="r" b="b"/>
              <a:pathLst>
                <a:path w="1277620" h="571500">
                  <a:moveTo>
                    <a:pt x="1217040" y="0"/>
                  </a:moveTo>
                  <a:lnTo>
                    <a:pt x="60007" y="0"/>
                  </a:lnTo>
                  <a:lnTo>
                    <a:pt x="36647" y="4714"/>
                  </a:lnTo>
                  <a:lnTo>
                    <a:pt x="17573" y="17573"/>
                  </a:lnTo>
                  <a:lnTo>
                    <a:pt x="4714" y="36647"/>
                  </a:lnTo>
                  <a:lnTo>
                    <a:pt x="0" y="60007"/>
                  </a:lnTo>
                  <a:lnTo>
                    <a:pt x="0" y="511492"/>
                  </a:lnTo>
                  <a:lnTo>
                    <a:pt x="4714" y="534852"/>
                  </a:lnTo>
                  <a:lnTo>
                    <a:pt x="17573" y="553926"/>
                  </a:lnTo>
                  <a:lnTo>
                    <a:pt x="36647" y="566785"/>
                  </a:lnTo>
                  <a:lnTo>
                    <a:pt x="60007" y="571500"/>
                  </a:lnTo>
                  <a:lnTo>
                    <a:pt x="1217040" y="571500"/>
                  </a:lnTo>
                  <a:lnTo>
                    <a:pt x="1240410" y="566785"/>
                  </a:lnTo>
                  <a:lnTo>
                    <a:pt x="1259506" y="553926"/>
                  </a:lnTo>
                  <a:lnTo>
                    <a:pt x="1272387" y="534852"/>
                  </a:lnTo>
                  <a:lnTo>
                    <a:pt x="1277112" y="511492"/>
                  </a:lnTo>
                  <a:lnTo>
                    <a:pt x="1277112" y="60007"/>
                  </a:lnTo>
                  <a:lnTo>
                    <a:pt x="1272387" y="36647"/>
                  </a:lnTo>
                  <a:lnTo>
                    <a:pt x="1259506" y="17573"/>
                  </a:lnTo>
                  <a:lnTo>
                    <a:pt x="1240410" y="4714"/>
                  </a:lnTo>
                  <a:lnTo>
                    <a:pt x="1217040" y="0"/>
                  </a:lnTo>
                  <a:close/>
                </a:path>
              </a:pathLst>
            </a:custGeom>
            <a:solidFill>
              <a:srgbClr val="CDCD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4" name="object 24"/>
            <p:cNvSpPr/>
            <p:nvPr/>
          </p:nvSpPr>
          <p:spPr>
            <a:xfrm>
              <a:off x="410718" y="4261865"/>
              <a:ext cx="1277620" cy="571500"/>
            </a:xfrm>
            <a:custGeom>
              <a:avLst/>
              <a:gdLst/>
              <a:ahLst/>
              <a:cxnLst/>
              <a:rect l="l" t="t" r="r" b="b"/>
              <a:pathLst>
                <a:path w="1277620" h="571500">
                  <a:moveTo>
                    <a:pt x="0" y="60007"/>
                  </a:moveTo>
                  <a:lnTo>
                    <a:pt x="4714" y="36647"/>
                  </a:lnTo>
                  <a:lnTo>
                    <a:pt x="17573" y="17573"/>
                  </a:lnTo>
                  <a:lnTo>
                    <a:pt x="36647" y="4714"/>
                  </a:lnTo>
                  <a:lnTo>
                    <a:pt x="60007" y="0"/>
                  </a:lnTo>
                  <a:lnTo>
                    <a:pt x="1217040" y="0"/>
                  </a:lnTo>
                  <a:lnTo>
                    <a:pt x="1240410" y="4714"/>
                  </a:lnTo>
                  <a:lnTo>
                    <a:pt x="1259506" y="17573"/>
                  </a:lnTo>
                  <a:lnTo>
                    <a:pt x="1272387" y="36647"/>
                  </a:lnTo>
                  <a:lnTo>
                    <a:pt x="1277112" y="60007"/>
                  </a:lnTo>
                  <a:lnTo>
                    <a:pt x="1277112" y="511492"/>
                  </a:lnTo>
                  <a:lnTo>
                    <a:pt x="1272387" y="534852"/>
                  </a:lnTo>
                  <a:lnTo>
                    <a:pt x="1259506" y="553926"/>
                  </a:lnTo>
                  <a:lnTo>
                    <a:pt x="1240410" y="566785"/>
                  </a:lnTo>
                  <a:lnTo>
                    <a:pt x="1217040" y="571500"/>
                  </a:lnTo>
                  <a:lnTo>
                    <a:pt x="60007" y="571500"/>
                  </a:lnTo>
                  <a:lnTo>
                    <a:pt x="36647" y="566785"/>
                  </a:lnTo>
                  <a:lnTo>
                    <a:pt x="17573" y="553926"/>
                  </a:lnTo>
                  <a:lnTo>
                    <a:pt x="4714" y="534852"/>
                  </a:lnTo>
                  <a:lnTo>
                    <a:pt x="0" y="511492"/>
                  </a:lnTo>
                  <a:lnTo>
                    <a:pt x="0" y="60007"/>
                  </a:lnTo>
                  <a:close/>
                </a:path>
              </a:pathLst>
            </a:custGeom>
            <a:ln w="259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304965" y="5898252"/>
            <a:ext cx="1267588" cy="262978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6913">
              <a:spcBef>
                <a:spcPts val="133"/>
              </a:spcBef>
            </a:pPr>
            <a:r>
              <a:rPr sz="1598" spc="-20" dirty="0">
                <a:solidFill>
                  <a:srgbClr val="333333"/>
                </a:solidFill>
                <a:latin typeface="Arial"/>
                <a:cs typeface="Arial"/>
              </a:rPr>
              <a:t>Technological</a:t>
            </a:r>
            <a:endParaRPr sz="1598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058228" y="2484017"/>
            <a:ext cx="8826610" cy="3974427"/>
            <a:chOff x="1888172" y="1865312"/>
            <a:chExt cx="6628130" cy="2984500"/>
          </a:xfrm>
          <a:solidFill>
            <a:schemeClr val="tx2">
              <a:lumMod val="25000"/>
              <a:lumOff val="75000"/>
            </a:schemeClr>
          </a:solidFill>
        </p:grpSpPr>
        <p:sp>
          <p:nvSpPr>
            <p:cNvPr id="27" name="object 27"/>
            <p:cNvSpPr/>
            <p:nvPr/>
          </p:nvSpPr>
          <p:spPr>
            <a:xfrm>
              <a:off x="1901190" y="1878329"/>
              <a:ext cx="6602095" cy="2958465"/>
            </a:xfrm>
            <a:custGeom>
              <a:avLst/>
              <a:gdLst/>
              <a:ahLst/>
              <a:cxnLst/>
              <a:rect l="l" t="t" r="r" b="b"/>
              <a:pathLst>
                <a:path w="6602095" h="2958465">
                  <a:moveTo>
                    <a:pt x="6291326" y="0"/>
                  </a:moveTo>
                  <a:lnTo>
                    <a:pt x="310642" y="0"/>
                  </a:lnTo>
                  <a:lnTo>
                    <a:pt x="264734" y="3367"/>
                  </a:lnTo>
                  <a:lnTo>
                    <a:pt x="220919" y="13151"/>
                  </a:lnTo>
                  <a:lnTo>
                    <a:pt x="179677" y="28869"/>
                  </a:lnTo>
                  <a:lnTo>
                    <a:pt x="141487" y="50042"/>
                  </a:lnTo>
                  <a:lnTo>
                    <a:pt x="106832" y="76190"/>
                  </a:lnTo>
                  <a:lnTo>
                    <a:pt x="76190" y="106832"/>
                  </a:lnTo>
                  <a:lnTo>
                    <a:pt x="50042" y="141487"/>
                  </a:lnTo>
                  <a:lnTo>
                    <a:pt x="28869" y="179677"/>
                  </a:lnTo>
                  <a:lnTo>
                    <a:pt x="13151" y="220919"/>
                  </a:lnTo>
                  <a:lnTo>
                    <a:pt x="3367" y="264734"/>
                  </a:lnTo>
                  <a:lnTo>
                    <a:pt x="0" y="310642"/>
                  </a:lnTo>
                  <a:lnTo>
                    <a:pt x="0" y="2647480"/>
                  </a:lnTo>
                  <a:lnTo>
                    <a:pt x="3367" y="2693378"/>
                  </a:lnTo>
                  <a:lnTo>
                    <a:pt x="13151" y="2737185"/>
                  </a:lnTo>
                  <a:lnTo>
                    <a:pt x="28869" y="2778421"/>
                  </a:lnTo>
                  <a:lnTo>
                    <a:pt x="50042" y="2816605"/>
                  </a:lnTo>
                  <a:lnTo>
                    <a:pt x="76190" y="2851257"/>
                  </a:lnTo>
                  <a:lnTo>
                    <a:pt x="106832" y="2881897"/>
                  </a:lnTo>
                  <a:lnTo>
                    <a:pt x="141487" y="2908043"/>
                  </a:lnTo>
                  <a:lnTo>
                    <a:pt x="179677" y="2929215"/>
                  </a:lnTo>
                  <a:lnTo>
                    <a:pt x="220919" y="2944933"/>
                  </a:lnTo>
                  <a:lnTo>
                    <a:pt x="264734" y="2954716"/>
                  </a:lnTo>
                  <a:lnTo>
                    <a:pt x="310642" y="2958084"/>
                  </a:lnTo>
                  <a:lnTo>
                    <a:pt x="6291326" y="2958084"/>
                  </a:lnTo>
                  <a:lnTo>
                    <a:pt x="6337233" y="2954716"/>
                  </a:lnTo>
                  <a:lnTo>
                    <a:pt x="6381048" y="2944933"/>
                  </a:lnTo>
                  <a:lnTo>
                    <a:pt x="6422290" y="2929215"/>
                  </a:lnTo>
                  <a:lnTo>
                    <a:pt x="6460480" y="2908043"/>
                  </a:lnTo>
                  <a:lnTo>
                    <a:pt x="6495135" y="2881897"/>
                  </a:lnTo>
                  <a:lnTo>
                    <a:pt x="6525777" y="2851257"/>
                  </a:lnTo>
                  <a:lnTo>
                    <a:pt x="6551925" y="2816605"/>
                  </a:lnTo>
                  <a:lnTo>
                    <a:pt x="6573098" y="2778421"/>
                  </a:lnTo>
                  <a:lnTo>
                    <a:pt x="6588816" y="2737185"/>
                  </a:lnTo>
                  <a:lnTo>
                    <a:pt x="6598600" y="2693378"/>
                  </a:lnTo>
                  <a:lnTo>
                    <a:pt x="6601967" y="2647480"/>
                  </a:lnTo>
                  <a:lnTo>
                    <a:pt x="6601967" y="310642"/>
                  </a:lnTo>
                  <a:lnTo>
                    <a:pt x="6598600" y="264734"/>
                  </a:lnTo>
                  <a:lnTo>
                    <a:pt x="6588816" y="220919"/>
                  </a:lnTo>
                  <a:lnTo>
                    <a:pt x="6573098" y="179677"/>
                  </a:lnTo>
                  <a:lnTo>
                    <a:pt x="6551925" y="141487"/>
                  </a:lnTo>
                  <a:lnTo>
                    <a:pt x="6525777" y="106832"/>
                  </a:lnTo>
                  <a:lnTo>
                    <a:pt x="6495135" y="76190"/>
                  </a:lnTo>
                  <a:lnTo>
                    <a:pt x="6460480" y="50042"/>
                  </a:lnTo>
                  <a:lnTo>
                    <a:pt x="6422290" y="28869"/>
                  </a:lnTo>
                  <a:lnTo>
                    <a:pt x="6381048" y="13151"/>
                  </a:lnTo>
                  <a:lnTo>
                    <a:pt x="6337233" y="3367"/>
                  </a:lnTo>
                  <a:lnTo>
                    <a:pt x="629132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8" name="object 28"/>
            <p:cNvSpPr/>
            <p:nvPr/>
          </p:nvSpPr>
          <p:spPr>
            <a:xfrm>
              <a:off x="1901190" y="1878329"/>
              <a:ext cx="6602095" cy="2958465"/>
            </a:xfrm>
            <a:custGeom>
              <a:avLst/>
              <a:gdLst/>
              <a:ahLst/>
              <a:cxnLst/>
              <a:rect l="l" t="t" r="r" b="b"/>
              <a:pathLst>
                <a:path w="6602095" h="2958465">
                  <a:moveTo>
                    <a:pt x="0" y="310642"/>
                  </a:moveTo>
                  <a:lnTo>
                    <a:pt x="3367" y="264734"/>
                  </a:lnTo>
                  <a:lnTo>
                    <a:pt x="13151" y="220919"/>
                  </a:lnTo>
                  <a:lnTo>
                    <a:pt x="28869" y="179677"/>
                  </a:lnTo>
                  <a:lnTo>
                    <a:pt x="50042" y="141487"/>
                  </a:lnTo>
                  <a:lnTo>
                    <a:pt x="76190" y="106832"/>
                  </a:lnTo>
                  <a:lnTo>
                    <a:pt x="106832" y="76190"/>
                  </a:lnTo>
                  <a:lnTo>
                    <a:pt x="141487" y="50042"/>
                  </a:lnTo>
                  <a:lnTo>
                    <a:pt x="179677" y="28869"/>
                  </a:lnTo>
                  <a:lnTo>
                    <a:pt x="220919" y="13151"/>
                  </a:lnTo>
                  <a:lnTo>
                    <a:pt x="264734" y="3367"/>
                  </a:lnTo>
                  <a:lnTo>
                    <a:pt x="310642" y="0"/>
                  </a:lnTo>
                  <a:lnTo>
                    <a:pt x="6291326" y="0"/>
                  </a:lnTo>
                  <a:lnTo>
                    <a:pt x="6337233" y="3367"/>
                  </a:lnTo>
                  <a:lnTo>
                    <a:pt x="6381048" y="13151"/>
                  </a:lnTo>
                  <a:lnTo>
                    <a:pt x="6422290" y="28869"/>
                  </a:lnTo>
                  <a:lnTo>
                    <a:pt x="6460480" y="50042"/>
                  </a:lnTo>
                  <a:lnTo>
                    <a:pt x="6495135" y="76190"/>
                  </a:lnTo>
                  <a:lnTo>
                    <a:pt x="6525777" y="106832"/>
                  </a:lnTo>
                  <a:lnTo>
                    <a:pt x="6551925" y="141487"/>
                  </a:lnTo>
                  <a:lnTo>
                    <a:pt x="6573098" y="179677"/>
                  </a:lnTo>
                  <a:lnTo>
                    <a:pt x="6588816" y="220919"/>
                  </a:lnTo>
                  <a:lnTo>
                    <a:pt x="6598600" y="264734"/>
                  </a:lnTo>
                  <a:lnTo>
                    <a:pt x="6601967" y="310642"/>
                  </a:lnTo>
                  <a:lnTo>
                    <a:pt x="6601967" y="2647480"/>
                  </a:lnTo>
                  <a:lnTo>
                    <a:pt x="6598600" y="2693378"/>
                  </a:lnTo>
                  <a:lnTo>
                    <a:pt x="6588816" y="2737185"/>
                  </a:lnTo>
                  <a:lnTo>
                    <a:pt x="6573098" y="2778421"/>
                  </a:lnTo>
                  <a:lnTo>
                    <a:pt x="6551925" y="2816605"/>
                  </a:lnTo>
                  <a:lnTo>
                    <a:pt x="6525777" y="2851257"/>
                  </a:lnTo>
                  <a:lnTo>
                    <a:pt x="6495135" y="2881897"/>
                  </a:lnTo>
                  <a:lnTo>
                    <a:pt x="6460480" y="2908043"/>
                  </a:lnTo>
                  <a:lnTo>
                    <a:pt x="6422290" y="2929215"/>
                  </a:lnTo>
                  <a:lnTo>
                    <a:pt x="6381048" y="2944933"/>
                  </a:lnTo>
                  <a:lnTo>
                    <a:pt x="6337233" y="2954716"/>
                  </a:lnTo>
                  <a:lnTo>
                    <a:pt x="6291326" y="2958084"/>
                  </a:lnTo>
                  <a:lnTo>
                    <a:pt x="310642" y="2958084"/>
                  </a:lnTo>
                  <a:lnTo>
                    <a:pt x="264734" y="2954716"/>
                  </a:lnTo>
                  <a:lnTo>
                    <a:pt x="220919" y="2944933"/>
                  </a:lnTo>
                  <a:lnTo>
                    <a:pt x="179677" y="2929215"/>
                  </a:lnTo>
                  <a:lnTo>
                    <a:pt x="141487" y="2908043"/>
                  </a:lnTo>
                  <a:lnTo>
                    <a:pt x="106832" y="2881897"/>
                  </a:lnTo>
                  <a:lnTo>
                    <a:pt x="76190" y="2851257"/>
                  </a:lnTo>
                  <a:lnTo>
                    <a:pt x="50042" y="2816605"/>
                  </a:lnTo>
                  <a:lnTo>
                    <a:pt x="28869" y="2778421"/>
                  </a:lnTo>
                  <a:lnTo>
                    <a:pt x="13151" y="2737185"/>
                  </a:lnTo>
                  <a:lnTo>
                    <a:pt x="3367" y="2693378"/>
                  </a:lnTo>
                  <a:lnTo>
                    <a:pt x="0" y="2647480"/>
                  </a:lnTo>
                  <a:lnTo>
                    <a:pt x="0" y="310642"/>
                  </a:lnTo>
                  <a:close/>
                </a:path>
              </a:pathLst>
            </a:custGeom>
            <a:grpFill/>
            <a:ln w="25908">
              <a:solidFill>
                <a:srgbClr val="2C2C2C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316566" y="2662020"/>
            <a:ext cx="3155018" cy="570434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6913">
              <a:spcBef>
                <a:spcPts val="133"/>
              </a:spcBef>
            </a:pPr>
            <a:r>
              <a:rPr sz="3596" dirty="0">
                <a:solidFill>
                  <a:srgbClr val="333333"/>
                </a:solidFill>
                <a:latin typeface="Arial"/>
                <a:cs typeface="Arial"/>
              </a:rPr>
              <a:t>At </a:t>
            </a:r>
            <a:r>
              <a:rPr sz="3596" spc="-7" dirty="0">
                <a:solidFill>
                  <a:srgbClr val="333333"/>
                </a:solidFill>
                <a:latin typeface="Arial"/>
                <a:cs typeface="Arial"/>
              </a:rPr>
              <a:t>a Micro</a:t>
            </a:r>
            <a:r>
              <a:rPr sz="3596" spc="-6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596" spc="-7" dirty="0">
                <a:solidFill>
                  <a:srgbClr val="333333"/>
                </a:solidFill>
                <a:latin typeface="Arial"/>
                <a:cs typeface="Arial"/>
              </a:rPr>
              <a:t>level</a:t>
            </a:r>
            <a:endParaRPr sz="3596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224647" y="3862044"/>
            <a:ext cx="1900114" cy="477777"/>
            <a:chOff x="2013140" y="2900108"/>
            <a:chExt cx="1426845" cy="358775"/>
          </a:xfrm>
        </p:grpSpPr>
        <p:sp>
          <p:nvSpPr>
            <p:cNvPr id="31" name="object 31"/>
            <p:cNvSpPr/>
            <p:nvPr/>
          </p:nvSpPr>
          <p:spPr>
            <a:xfrm>
              <a:off x="2026157" y="2913125"/>
              <a:ext cx="1400810" cy="332740"/>
            </a:xfrm>
            <a:custGeom>
              <a:avLst/>
              <a:gdLst/>
              <a:ahLst/>
              <a:cxnLst/>
              <a:rect l="l" t="t" r="r" b="b"/>
              <a:pathLst>
                <a:path w="1400810" h="332739">
                  <a:moveTo>
                    <a:pt x="1365631" y="0"/>
                  </a:moveTo>
                  <a:lnTo>
                    <a:pt x="34925" y="0"/>
                  </a:lnTo>
                  <a:lnTo>
                    <a:pt x="21324" y="2742"/>
                  </a:lnTo>
                  <a:lnTo>
                    <a:pt x="10223" y="10223"/>
                  </a:lnTo>
                  <a:lnTo>
                    <a:pt x="2742" y="21324"/>
                  </a:lnTo>
                  <a:lnTo>
                    <a:pt x="0" y="34925"/>
                  </a:lnTo>
                  <a:lnTo>
                    <a:pt x="0" y="297306"/>
                  </a:lnTo>
                  <a:lnTo>
                    <a:pt x="2742" y="310907"/>
                  </a:lnTo>
                  <a:lnTo>
                    <a:pt x="10223" y="322008"/>
                  </a:lnTo>
                  <a:lnTo>
                    <a:pt x="21324" y="329489"/>
                  </a:lnTo>
                  <a:lnTo>
                    <a:pt x="34925" y="332231"/>
                  </a:lnTo>
                  <a:lnTo>
                    <a:pt x="1365631" y="332231"/>
                  </a:lnTo>
                  <a:lnTo>
                    <a:pt x="1379231" y="329489"/>
                  </a:lnTo>
                  <a:lnTo>
                    <a:pt x="1390332" y="322008"/>
                  </a:lnTo>
                  <a:lnTo>
                    <a:pt x="1397813" y="310907"/>
                  </a:lnTo>
                  <a:lnTo>
                    <a:pt x="1400556" y="297306"/>
                  </a:lnTo>
                  <a:lnTo>
                    <a:pt x="1400556" y="34925"/>
                  </a:lnTo>
                  <a:lnTo>
                    <a:pt x="1397813" y="21324"/>
                  </a:lnTo>
                  <a:lnTo>
                    <a:pt x="1390332" y="10223"/>
                  </a:lnTo>
                  <a:lnTo>
                    <a:pt x="1379231" y="2742"/>
                  </a:lnTo>
                  <a:lnTo>
                    <a:pt x="1365631" y="0"/>
                  </a:lnTo>
                  <a:close/>
                </a:path>
              </a:pathLst>
            </a:custGeom>
            <a:solidFill>
              <a:srgbClr val="CDCD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2" name="object 32"/>
            <p:cNvSpPr/>
            <p:nvPr/>
          </p:nvSpPr>
          <p:spPr>
            <a:xfrm>
              <a:off x="2026157" y="2913125"/>
              <a:ext cx="1400810" cy="332740"/>
            </a:xfrm>
            <a:custGeom>
              <a:avLst/>
              <a:gdLst/>
              <a:ahLst/>
              <a:cxnLst/>
              <a:rect l="l" t="t" r="r" b="b"/>
              <a:pathLst>
                <a:path w="1400810" h="332739">
                  <a:moveTo>
                    <a:pt x="0" y="34925"/>
                  </a:moveTo>
                  <a:lnTo>
                    <a:pt x="2742" y="21324"/>
                  </a:lnTo>
                  <a:lnTo>
                    <a:pt x="10223" y="10223"/>
                  </a:lnTo>
                  <a:lnTo>
                    <a:pt x="21324" y="2742"/>
                  </a:lnTo>
                  <a:lnTo>
                    <a:pt x="34925" y="0"/>
                  </a:lnTo>
                  <a:lnTo>
                    <a:pt x="1365631" y="0"/>
                  </a:lnTo>
                  <a:lnTo>
                    <a:pt x="1379231" y="2742"/>
                  </a:lnTo>
                  <a:lnTo>
                    <a:pt x="1390332" y="10223"/>
                  </a:lnTo>
                  <a:lnTo>
                    <a:pt x="1397813" y="21324"/>
                  </a:lnTo>
                  <a:lnTo>
                    <a:pt x="1400556" y="34925"/>
                  </a:lnTo>
                  <a:lnTo>
                    <a:pt x="1400556" y="297306"/>
                  </a:lnTo>
                  <a:lnTo>
                    <a:pt x="1397813" y="310907"/>
                  </a:lnTo>
                  <a:lnTo>
                    <a:pt x="1390332" y="322008"/>
                  </a:lnTo>
                  <a:lnTo>
                    <a:pt x="1379231" y="329489"/>
                  </a:lnTo>
                  <a:lnTo>
                    <a:pt x="1365631" y="332231"/>
                  </a:lnTo>
                  <a:lnTo>
                    <a:pt x="34925" y="332231"/>
                  </a:lnTo>
                  <a:lnTo>
                    <a:pt x="21324" y="329489"/>
                  </a:lnTo>
                  <a:lnTo>
                    <a:pt x="10223" y="322008"/>
                  </a:lnTo>
                  <a:lnTo>
                    <a:pt x="2742" y="310907"/>
                  </a:lnTo>
                  <a:lnTo>
                    <a:pt x="0" y="297306"/>
                  </a:lnTo>
                  <a:lnTo>
                    <a:pt x="0" y="34925"/>
                  </a:lnTo>
                  <a:close/>
                </a:path>
              </a:pathLst>
            </a:custGeom>
            <a:ln w="25907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783351" y="3960051"/>
            <a:ext cx="781355" cy="23305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1398" dirty="0">
                <a:solidFill>
                  <a:srgbClr val="333333"/>
                </a:solidFill>
                <a:latin typeface="Arial"/>
                <a:cs typeface="Arial"/>
              </a:rPr>
              <a:t>Suppliers</a:t>
            </a:r>
            <a:endParaRPr sz="1398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224647" y="4318681"/>
            <a:ext cx="1900114" cy="477777"/>
            <a:chOff x="2013140" y="3243008"/>
            <a:chExt cx="1426845" cy="358775"/>
          </a:xfrm>
        </p:grpSpPr>
        <p:sp>
          <p:nvSpPr>
            <p:cNvPr id="35" name="object 35"/>
            <p:cNvSpPr/>
            <p:nvPr/>
          </p:nvSpPr>
          <p:spPr>
            <a:xfrm>
              <a:off x="2026157" y="3256025"/>
              <a:ext cx="1400810" cy="332740"/>
            </a:xfrm>
            <a:custGeom>
              <a:avLst/>
              <a:gdLst/>
              <a:ahLst/>
              <a:cxnLst/>
              <a:rect l="l" t="t" r="r" b="b"/>
              <a:pathLst>
                <a:path w="1400810" h="332739">
                  <a:moveTo>
                    <a:pt x="1365631" y="0"/>
                  </a:moveTo>
                  <a:lnTo>
                    <a:pt x="34925" y="0"/>
                  </a:lnTo>
                  <a:lnTo>
                    <a:pt x="21324" y="2742"/>
                  </a:lnTo>
                  <a:lnTo>
                    <a:pt x="10223" y="10223"/>
                  </a:lnTo>
                  <a:lnTo>
                    <a:pt x="2742" y="21324"/>
                  </a:lnTo>
                  <a:lnTo>
                    <a:pt x="0" y="34925"/>
                  </a:lnTo>
                  <a:lnTo>
                    <a:pt x="0" y="297307"/>
                  </a:lnTo>
                  <a:lnTo>
                    <a:pt x="2742" y="310907"/>
                  </a:lnTo>
                  <a:lnTo>
                    <a:pt x="10223" y="322008"/>
                  </a:lnTo>
                  <a:lnTo>
                    <a:pt x="21324" y="329489"/>
                  </a:lnTo>
                  <a:lnTo>
                    <a:pt x="34925" y="332232"/>
                  </a:lnTo>
                  <a:lnTo>
                    <a:pt x="1365631" y="332232"/>
                  </a:lnTo>
                  <a:lnTo>
                    <a:pt x="1379231" y="329489"/>
                  </a:lnTo>
                  <a:lnTo>
                    <a:pt x="1390332" y="322008"/>
                  </a:lnTo>
                  <a:lnTo>
                    <a:pt x="1397813" y="310907"/>
                  </a:lnTo>
                  <a:lnTo>
                    <a:pt x="1400556" y="297307"/>
                  </a:lnTo>
                  <a:lnTo>
                    <a:pt x="1400556" y="34925"/>
                  </a:lnTo>
                  <a:lnTo>
                    <a:pt x="1397813" y="21324"/>
                  </a:lnTo>
                  <a:lnTo>
                    <a:pt x="1390332" y="10223"/>
                  </a:lnTo>
                  <a:lnTo>
                    <a:pt x="1379231" y="2742"/>
                  </a:lnTo>
                  <a:lnTo>
                    <a:pt x="1365631" y="0"/>
                  </a:lnTo>
                  <a:close/>
                </a:path>
              </a:pathLst>
            </a:custGeom>
            <a:solidFill>
              <a:srgbClr val="CDCD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6" name="object 36"/>
            <p:cNvSpPr/>
            <p:nvPr/>
          </p:nvSpPr>
          <p:spPr>
            <a:xfrm>
              <a:off x="2026157" y="3256025"/>
              <a:ext cx="1400810" cy="332740"/>
            </a:xfrm>
            <a:custGeom>
              <a:avLst/>
              <a:gdLst/>
              <a:ahLst/>
              <a:cxnLst/>
              <a:rect l="l" t="t" r="r" b="b"/>
              <a:pathLst>
                <a:path w="1400810" h="332739">
                  <a:moveTo>
                    <a:pt x="0" y="34925"/>
                  </a:moveTo>
                  <a:lnTo>
                    <a:pt x="2742" y="21324"/>
                  </a:lnTo>
                  <a:lnTo>
                    <a:pt x="10223" y="10223"/>
                  </a:lnTo>
                  <a:lnTo>
                    <a:pt x="21324" y="2742"/>
                  </a:lnTo>
                  <a:lnTo>
                    <a:pt x="34925" y="0"/>
                  </a:lnTo>
                  <a:lnTo>
                    <a:pt x="1365631" y="0"/>
                  </a:lnTo>
                  <a:lnTo>
                    <a:pt x="1379231" y="2742"/>
                  </a:lnTo>
                  <a:lnTo>
                    <a:pt x="1390332" y="10223"/>
                  </a:lnTo>
                  <a:lnTo>
                    <a:pt x="1397813" y="21324"/>
                  </a:lnTo>
                  <a:lnTo>
                    <a:pt x="1400556" y="34925"/>
                  </a:lnTo>
                  <a:lnTo>
                    <a:pt x="1400556" y="297307"/>
                  </a:lnTo>
                  <a:lnTo>
                    <a:pt x="1397813" y="310907"/>
                  </a:lnTo>
                  <a:lnTo>
                    <a:pt x="1390332" y="322008"/>
                  </a:lnTo>
                  <a:lnTo>
                    <a:pt x="1379231" y="329489"/>
                  </a:lnTo>
                  <a:lnTo>
                    <a:pt x="1365631" y="332232"/>
                  </a:lnTo>
                  <a:lnTo>
                    <a:pt x="34925" y="332232"/>
                  </a:lnTo>
                  <a:lnTo>
                    <a:pt x="21324" y="329489"/>
                  </a:lnTo>
                  <a:lnTo>
                    <a:pt x="10223" y="322008"/>
                  </a:lnTo>
                  <a:lnTo>
                    <a:pt x="2742" y="310907"/>
                  </a:lnTo>
                  <a:lnTo>
                    <a:pt x="0" y="297307"/>
                  </a:lnTo>
                  <a:lnTo>
                    <a:pt x="0" y="34925"/>
                  </a:lnTo>
                  <a:close/>
                </a:path>
              </a:pathLst>
            </a:custGeom>
            <a:ln w="259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706229" y="4415842"/>
            <a:ext cx="936950" cy="23305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1398" dirty="0">
                <a:solidFill>
                  <a:srgbClr val="333333"/>
                </a:solidFill>
                <a:latin typeface="Arial"/>
                <a:cs typeface="Arial"/>
              </a:rPr>
              <a:t>Dis</a:t>
            </a:r>
            <a:r>
              <a:rPr sz="1398" spc="-13" dirty="0">
                <a:solidFill>
                  <a:srgbClr val="333333"/>
                </a:solidFill>
                <a:latin typeface="Arial"/>
                <a:cs typeface="Arial"/>
              </a:rPr>
              <a:t>t</a:t>
            </a:r>
            <a:r>
              <a:rPr sz="1398" spc="-7" dirty="0">
                <a:solidFill>
                  <a:srgbClr val="333333"/>
                </a:solidFill>
                <a:latin typeface="Arial"/>
                <a:cs typeface="Arial"/>
              </a:rPr>
              <a:t>r</a:t>
            </a:r>
            <a:r>
              <a:rPr sz="1398" dirty="0">
                <a:solidFill>
                  <a:srgbClr val="333333"/>
                </a:solidFill>
                <a:latin typeface="Arial"/>
                <a:cs typeface="Arial"/>
              </a:rPr>
              <a:t>ibu</a:t>
            </a:r>
            <a:r>
              <a:rPr sz="1398" spc="-7" dirty="0">
                <a:solidFill>
                  <a:srgbClr val="333333"/>
                </a:solidFill>
                <a:latin typeface="Arial"/>
                <a:cs typeface="Arial"/>
              </a:rPr>
              <a:t>t</a:t>
            </a:r>
            <a:r>
              <a:rPr sz="1398" dirty="0">
                <a:solidFill>
                  <a:srgbClr val="333333"/>
                </a:solidFill>
                <a:latin typeface="Arial"/>
                <a:cs typeface="Arial"/>
              </a:rPr>
              <a:t>ors</a:t>
            </a:r>
            <a:endParaRPr sz="1398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224647" y="4773287"/>
            <a:ext cx="1900114" cy="477777"/>
            <a:chOff x="2013140" y="3584384"/>
            <a:chExt cx="1426845" cy="358775"/>
          </a:xfrm>
        </p:grpSpPr>
        <p:sp>
          <p:nvSpPr>
            <p:cNvPr id="39" name="object 39"/>
            <p:cNvSpPr/>
            <p:nvPr/>
          </p:nvSpPr>
          <p:spPr>
            <a:xfrm>
              <a:off x="2026157" y="3597401"/>
              <a:ext cx="1400810" cy="332740"/>
            </a:xfrm>
            <a:custGeom>
              <a:avLst/>
              <a:gdLst/>
              <a:ahLst/>
              <a:cxnLst/>
              <a:rect l="l" t="t" r="r" b="b"/>
              <a:pathLst>
                <a:path w="1400810" h="332739">
                  <a:moveTo>
                    <a:pt x="1365631" y="0"/>
                  </a:moveTo>
                  <a:lnTo>
                    <a:pt x="34925" y="0"/>
                  </a:lnTo>
                  <a:lnTo>
                    <a:pt x="21324" y="2742"/>
                  </a:lnTo>
                  <a:lnTo>
                    <a:pt x="10223" y="10223"/>
                  </a:lnTo>
                  <a:lnTo>
                    <a:pt x="2742" y="21324"/>
                  </a:lnTo>
                  <a:lnTo>
                    <a:pt x="0" y="34925"/>
                  </a:lnTo>
                  <a:lnTo>
                    <a:pt x="0" y="297345"/>
                  </a:lnTo>
                  <a:lnTo>
                    <a:pt x="2742" y="310923"/>
                  </a:lnTo>
                  <a:lnTo>
                    <a:pt x="10223" y="322013"/>
                  </a:lnTo>
                  <a:lnTo>
                    <a:pt x="21324" y="329490"/>
                  </a:lnTo>
                  <a:lnTo>
                    <a:pt x="34925" y="332232"/>
                  </a:lnTo>
                  <a:lnTo>
                    <a:pt x="1365631" y="332232"/>
                  </a:lnTo>
                  <a:lnTo>
                    <a:pt x="1379231" y="329490"/>
                  </a:lnTo>
                  <a:lnTo>
                    <a:pt x="1390332" y="322013"/>
                  </a:lnTo>
                  <a:lnTo>
                    <a:pt x="1397813" y="310923"/>
                  </a:lnTo>
                  <a:lnTo>
                    <a:pt x="1400556" y="297345"/>
                  </a:lnTo>
                  <a:lnTo>
                    <a:pt x="1400556" y="34925"/>
                  </a:lnTo>
                  <a:lnTo>
                    <a:pt x="1397813" y="21324"/>
                  </a:lnTo>
                  <a:lnTo>
                    <a:pt x="1390332" y="10223"/>
                  </a:lnTo>
                  <a:lnTo>
                    <a:pt x="1379231" y="2742"/>
                  </a:lnTo>
                  <a:lnTo>
                    <a:pt x="1365631" y="0"/>
                  </a:lnTo>
                  <a:close/>
                </a:path>
              </a:pathLst>
            </a:custGeom>
            <a:solidFill>
              <a:srgbClr val="CDCD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0" name="object 40"/>
            <p:cNvSpPr/>
            <p:nvPr/>
          </p:nvSpPr>
          <p:spPr>
            <a:xfrm>
              <a:off x="2026157" y="3597401"/>
              <a:ext cx="1400810" cy="332740"/>
            </a:xfrm>
            <a:custGeom>
              <a:avLst/>
              <a:gdLst/>
              <a:ahLst/>
              <a:cxnLst/>
              <a:rect l="l" t="t" r="r" b="b"/>
              <a:pathLst>
                <a:path w="1400810" h="332739">
                  <a:moveTo>
                    <a:pt x="0" y="34925"/>
                  </a:moveTo>
                  <a:lnTo>
                    <a:pt x="2742" y="21324"/>
                  </a:lnTo>
                  <a:lnTo>
                    <a:pt x="10223" y="10223"/>
                  </a:lnTo>
                  <a:lnTo>
                    <a:pt x="21324" y="2742"/>
                  </a:lnTo>
                  <a:lnTo>
                    <a:pt x="34925" y="0"/>
                  </a:lnTo>
                  <a:lnTo>
                    <a:pt x="1365631" y="0"/>
                  </a:lnTo>
                  <a:lnTo>
                    <a:pt x="1379231" y="2742"/>
                  </a:lnTo>
                  <a:lnTo>
                    <a:pt x="1390332" y="10223"/>
                  </a:lnTo>
                  <a:lnTo>
                    <a:pt x="1397813" y="21324"/>
                  </a:lnTo>
                  <a:lnTo>
                    <a:pt x="1400556" y="34925"/>
                  </a:lnTo>
                  <a:lnTo>
                    <a:pt x="1400556" y="297345"/>
                  </a:lnTo>
                  <a:lnTo>
                    <a:pt x="1397813" y="310923"/>
                  </a:lnTo>
                  <a:lnTo>
                    <a:pt x="1390332" y="322013"/>
                  </a:lnTo>
                  <a:lnTo>
                    <a:pt x="1379231" y="329490"/>
                  </a:lnTo>
                  <a:lnTo>
                    <a:pt x="1365631" y="332232"/>
                  </a:lnTo>
                  <a:lnTo>
                    <a:pt x="34925" y="332232"/>
                  </a:lnTo>
                  <a:lnTo>
                    <a:pt x="21324" y="329490"/>
                  </a:lnTo>
                  <a:lnTo>
                    <a:pt x="10223" y="322013"/>
                  </a:lnTo>
                  <a:lnTo>
                    <a:pt x="2742" y="310923"/>
                  </a:lnTo>
                  <a:lnTo>
                    <a:pt x="0" y="297345"/>
                  </a:lnTo>
                  <a:lnTo>
                    <a:pt x="0" y="34925"/>
                  </a:lnTo>
                  <a:close/>
                </a:path>
              </a:pathLst>
            </a:custGeom>
            <a:ln w="25907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3756968" y="4871802"/>
            <a:ext cx="836321" cy="23305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1398" dirty="0">
                <a:solidFill>
                  <a:srgbClr val="333333"/>
                </a:solidFill>
                <a:latin typeface="Arial"/>
                <a:cs typeface="Arial"/>
              </a:rPr>
              <a:t>End</a:t>
            </a:r>
            <a:r>
              <a:rPr sz="1398" spc="-93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98" dirty="0">
                <a:solidFill>
                  <a:srgbClr val="333333"/>
                </a:solidFill>
                <a:latin typeface="Arial"/>
                <a:cs typeface="Arial"/>
              </a:rPr>
              <a:t>users</a:t>
            </a:r>
            <a:endParaRPr sz="1398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224647" y="5229924"/>
            <a:ext cx="1900114" cy="477777"/>
            <a:chOff x="2013140" y="3927284"/>
            <a:chExt cx="1426845" cy="358775"/>
          </a:xfrm>
        </p:grpSpPr>
        <p:sp>
          <p:nvSpPr>
            <p:cNvPr id="43" name="object 43"/>
            <p:cNvSpPr/>
            <p:nvPr/>
          </p:nvSpPr>
          <p:spPr>
            <a:xfrm>
              <a:off x="2026157" y="3940301"/>
              <a:ext cx="1400810" cy="332740"/>
            </a:xfrm>
            <a:custGeom>
              <a:avLst/>
              <a:gdLst/>
              <a:ahLst/>
              <a:cxnLst/>
              <a:rect l="l" t="t" r="r" b="b"/>
              <a:pathLst>
                <a:path w="1400810" h="332739">
                  <a:moveTo>
                    <a:pt x="1365631" y="0"/>
                  </a:moveTo>
                  <a:lnTo>
                    <a:pt x="34925" y="0"/>
                  </a:lnTo>
                  <a:lnTo>
                    <a:pt x="21324" y="2741"/>
                  </a:lnTo>
                  <a:lnTo>
                    <a:pt x="10223" y="10218"/>
                  </a:lnTo>
                  <a:lnTo>
                    <a:pt x="2742" y="21308"/>
                  </a:lnTo>
                  <a:lnTo>
                    <a:pt x="0" y="34886"/>
                  </a:lnTo>
                  <a:lnTo>
                    <a:pt x="0" y="297345"/>
                  </a:lnTo>
                  <a:lnTo>
                    <a:pt x="2742" y="310923"/>
                  </a:lnTo>
                  <a:lnTo>
                    <a:pt x="10223" y="322013"/>
                  </a:lnTo>
                  <a:lnTo>
                    <a:pt x="21324" y="329490"/>
                  </a:lnTo>
                  <a:lnTo>
                    <a:pt x="34925" y="332232"/>
                  </a:lnTo>
                  <a:lnTo>
                    <a:pt x="1365631" y="332232"/>
                  </a:lnTo>
                  <a:lnTo>
                    <a:pt x="1379231" y="329490"/>
                  </a:lnTo>
                  <a:lnTo>
                    <a:pt x="1390332" y="322013"/>
                  </a:lnTo>
                  <a:lnTo>
                    <a:pt x="1397813" y="310923"/>
                  </a:lnTo>
                  <a:lnTo>
                    <a:pt x="1400556" y="297345"/>
                  </a:lnTo>
                  <a:lnTo>
                    <a:pt x="1400556" y="34886"/>
                  </a:lnTo>
                  <a:lnTo>
                    <a:pt x="1397813" y="21308"/>
                  </a:lnTo>
                  <a:lnTo>
                    <a:pt x="1390332" y="10218"/>
                  </a:lnTo>
                  <a:lnTo>
                    <a:pt x="1379231" y="2741"/>
                  </a:lnTo>
                  <a:lnTo>
                    <a:pt x="1365631" y="0"/>
                  </a:lnTo>
                  <a:close/>
                </a:path>
              </a:pathLst>
            </a:custGeom>
            <a:solidFill>
              <a:srgbClr val="CDCD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4" name="object 44"/>
            <p:cNvSpPr/>
            <p:nvPr/>
          </p:nvSpPr>
          <p:spPr>
            <a:xfrm>
              <a:off x="2026157" y="3940301"/>
              <a:ext cx="1400810" cy="332740"/>
            </a:xfrm>
            <a:custGeom>
              <a:avLst/>
              <a:gdLst/>
              <a:ahLst/>
              <a:cxnLst/>
              <a:rect l="l" t="t" r="r" b="b"/>
              <a:pathLst>
                <a:path w="1400810" h="332739">
                  <a:moveTo>
                    <a:pt x="0" y="34886"/>
                  </a:moveTo>
                  <a:lnTo>
                    <a:pt x="2742" y="21308"/>
                  </a:lnTo>
                  <a:lnTo>
                    <a:pt x="10223" y="10218"/>
                  </a:lnTo>
                  <a:lnTo>
                    <a:pt x="21324" y="2741"/>
                  </a:lnTo>
                  <a:lnTo>
                    <a:pt x="34925" y="0"/>
                  </a:lnTo>
                  <a:lnTo>
                    <a:pt x="1365631" y="0"/>
                  </a:lnTo>
                  <a:lnTo>
                    <a:pt x="1379231" y="2741"/>
                  </a:lnTo>
                  <a:lnTo>
                    <a:pt x="1390332" y="10218"/>
                  </a:lnTo>
                  <a:lnTo>
                    <a:pt x="1397813" y="21308"/>
                  </a:lnTo>
                  <a:lnTo>
                    <a:pt x="1400556" y="34886"/>
                  </a:lnTo>
                  <a:lnTo>
                    <a:pt x="1400556" y="297345"/>
                  </a:lnTo>
                  <a:lnTo>
                    <a:pt x="1397813" y="310923"/>
                  </a:lnTo>
                  <a:lnTo>
                    <a:pt x="1390332" y="322013"/>
                  </a:lnTo>
                  <a:lnTo>
                    <a:pt x="1379231" y="329490"/>
                  </a:lnTo>
                  <a:lnTo>
                    <a:pt x="1365631" y="332232"/>
                  </a:lnTo>
                  <a:lnTo>
                    <a:pt x="34925" y="332232"/>
                  </a:lnTo>
                  <a:lnTo>
                    <a:pt x="21324" y="329490"/>
                  </a:lnTo>
                  <a:lnTo>
                    <a:pt x="10223" y="322013"/>
                  </a:lnTo>
                  <a:lnTo>
                    <a:pt x="2742" y="310923"/>
                  </a:lnTo>
                  <a:lnTo>
                    <a:pt x="0" y="297345"/>
                  </a:lnTo>
                  <a:lnTo>
                    <a:pt x="0" y="34886"/>
                  </a:lnTo>
                  <a:close/>
                </a:path>
              </a:pathLst>
            </a:custGeom>
            <a:ln w="25907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385570" y="5235419"/>
            <a:ext cx="1575395" cy="433390"/>
          </a:xfrm>
          <a:prstGeom prst="rect">
            <a:avLst/>
          </a:prstGeom>
        </p:spPr>
        <p:txBody>
          <a:bodyPr vert="horz" wrap="square" lIns="0" tIns="48199" rIns="0" bIns="0" rtlCol="0">
            <a:spAutoFit/>
          </a:bodyPr>
          <a:lstStyle/>
          <a:p>
            <a:pPr marL="247769" marR="6765" indent="-231702">
              <a:lnSpc>
                <a:spcPts val="1452"/>
              </a:lnSpc>
              <a:spcBef>
                <a:spcPts val="378"/>
              </a:spcBef>
            </a:pPr>
            <a:r>
              <a:rPr sz="1398" dirty="0">
                <a:solidFill>
                  <a:srgbClr val="333333"/>
                </a:solidFill>
                <a:latin typeface="Arial"/>
                <a:cs typeface="Arial"/>
              </a:rPr>
              <a:t>Competitors</a:t>
            </a:r>
            <a:r>
              <a:rPr sz="1398" spc="-146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98" dirty="0">
                <a:solidFill>
                  <a:srgbClr val="333333"/>
                </a:solidFill>
                <a:latin typeface="Arial"/>
                <a:cs typeface="Arial"/>
              </a:rPr>
              <a:t>(actual  and</a:t>
            </a:r>
            <a:r>
              <a:rPr sz="1398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98" dirty="0">
                <a:solidFill>
                  <a:srgbClr val="333333"/>
                </a:solidFill>
                <a:latin typeface="Arial"/>
                <a:cs typeface="Arial"/>
              </a:rPr>
              <a:t>potential)</a:t>
            </a:r>
            <a:endParaRPr sz="1398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224647" y="5686558"/>
            <a:ext cx="1900114" cy="475240"/>
            <a:chOff x="2013140" y="4270184"/>
            <a:chExt cx="1426845" cy="356870"/>
          </a:xfrm>
        </p:grpSpPr>
        <p:sp>
          <p:nvSpPr>
            <p:cNvPr id="47" name="object 47"/>
            <p:cNvSpPr/>
            <p:nvPr/>
          </p:nvSpPr>
          <p:spPr>
            <a:xfrm>
              <a:off x="2026157" y="4283201"/>
              <a:ext cx="1400810" cy="330835"/>
            </a:xfrm>
            <a:custGeom>
              <a:avLst/>
              <a:gdLst/>
              <a:ahLst/>
              <a:cxnLst/>
              <a:rect l="l" t="t" r="r" b="b"/>
              <a:pathLst>
                <a:path w="1400810" h="330835">
                  <a:moveTo>
                    <a:pt x="1365884" y="0"/>
                  </a:moveTo>
                  <a:lnTo>
                    <a:pt x="34671" y="0"/>
                  </a:lnTo>
                  <a:lnTo>
                    <a:pt x="21163" y="2728"/>
                  </a:lnTo>
                  <a:lnTo>
                    <a:pt x="10144" y="10169"/>
                  </a:lnTo>
                  <a:lnTo>
                    <a:pt x="2720" y="21206"/>
                  </a:lnTo>
                  <a:lnTo>
                    <a:pt x="0" y="34721"/>
                  </a:lnTo>
                  <a:lnTo>
                    <a:pt x="0" y="295986"/>
                  </a:lnTo>
                  <a:lnTo>
                    <a:pt x="2720" y="309501"/>
                  </a:lnTo>
                  <a:lnTo>
                    <a:pt x="10144" y="320538"/>
                  </a:lnTo>
                  <a:lnTo>
                    <a:pt x="21163" y="327979"/>
                  </a:lnTo>
                  <a:lnTo>
                    <a:pt x="34671" y="330708"/>
                  </a:lnTo>
                  <a:lnTo>
                    <a:pt x="1365884" y="330708"/>
                  </a:lnTo>
                  <a:lnTo>
                    <a:pt x="1379392" y="327979"/>
                  </a:lnTo>
                  <a:lnTo>
                    <a:pt x="1390411" y="320538"/>
                  </a:lnTo>
                  <a:lnTo>
                    <a:pt x="1397835" y="309501"/>
                  </a:lnTo>
                  <a:lnTo>
                    <a:pt x="1400556" y="295986"/>
                  </a:lnTo>
                  <a:lnTo>
                    <a:pt x="1400556" y="34721"/>
                  </a:lnTo>
                  <a:lnTo>
                    <a:pt x="1397835" y="21206"/>
                  </a:lnTo>
                  <a:lnTo>
                    <a:pt x="1390411" y="10169"/>
                  </a:lnTo>
                  <a:lnTo>
                    <a:pt x="1379392" y="2728"/>
                  </a:lnTo>
                  <a:lnTo>
                    <a:pt x="1365884" y="0"/>
                  </a:lnTo>
                  <a:close/>
                </a:path>
              </a:pathLst>
            </a:custGeom>
            <a:solidFill>
              <a:srgbClr val="CDCD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8" name="object 48"/>
            <p:cNvSpPr/>
            <p:nvPr/>
          </p:nvSpPr>
          <p:spPr>
            <a:xfrm>
              <a:off x="2026157" y="4283201"/>
              <a:ext cx="1400810" cy="330835"/>
            </a:xfrm>
            <a:custGeom>
              <a:avLst/>
              <a:gdLst/>
              <a:ahLst/>
              <a:cxnLst/>
              <a:rect l="l" t="t" r="r" b="b"/>
              <a:pathLst>
                <a:path w="1400810" h="330835">
                  <a:moveTo>
                    <a:pt x="0" y="34721"/>
                  </a:moveTo>
                  <a:lnTo>
                    <a:pt x="2720" y="21206"/>
                  </a:lnTo>
                  <a:lnTo>
                    <a:pt x="10144" y="10169"/>
                  </a:lnTo>
                  <a:lnTo>
                    <a:pt x="21163" y="2728"/>
                  </a:lnTo>
                  <a:lnTo>
                    <a:pt x="34671" y="0"/>
                  </a:lnTo>
                  <a:lnTo>
                    <a:pt x="1365884" y="0"/>
                  </a:lnTo>
                  <a:lnTo>
                    <a:pt x="1379392" y="2728"/>
                  </a:lnTo>
                  <a:lnTo>
                    <a:pt x="1390411" y="10169"/>
                  </a:lnTo>
                  <a:lnTo>
                    <a:pt x="1397835" y="21206"/>
                  </a:lnTo>
                  <a:lnTo>
                    <a:pt x="1400556" y="34721"/>
                  </a:lnTo>
                  <a:lnTo>
                    <a:pt x="1400556" y="295986"/>
                  </a:lnTo>
                  <a:lnTo>
                    <a:pt x="1397835" y="309501"/>
                  </a:lnTo>
                  <a:lnTo>
                    <a:pt x="1390411" y="320538"/>
                  </a:lnTo>
                  <a:lnTo>
                    <a:pt x="1379392" y="327979"/>
                  </a:lnTo>
                  <a:lnTo>
                    <a:pt x="1365884" y="330708"/>
                  </a:lnTo>
                  <a:lnTo>
                    <a:pt x="34671" y="330708"/>
                  </a:lnTo>
                  <a:lnTo>
                    <a:pt x="21163" y="327979"/>
                  </a:lnTo>
                  <a:lnTo>
                    <a:pt x="10144" y="320538"/>
                  </a:lnTo>
                  <a:lnTo>
                    <a:pt x="2720" y="309501"/>
                  </a:lnTo>
                  <a:lnTo>
                    <a:pt x="0" y="295986"/>
                  </a:lnTo>
                  <a:lnTo>
                    <a:pt x="0" y="34721"/>
                  </a:lnTo>
                  <a:close/>
                </a:path>
              </a:pathLst>
            </a:custGeom>
            <a:ln w="259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385569" y="5782978"/>
            <a:ext cx="1576241" cy="23305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1398" dirty="0">
                <a:solidFill>
                  <a:srgbClr val="333333"/>
                </a:solidFill>
                <a:latin typeface="Arial"/>
                <a:cs typeface="Arial"/>
              </a:rPr>
              <a:t>Substitute</a:t>
            </a:r>
            <a:r>
              <a:rPr sz="1398" spc="-113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98" dirty="0">
                <a:solidFill>
                  <a:srgbClr val="333333"/>
                </a:solidFill>
                <a:latin typeface="Arial"/>
                <a:cs typeface="Arial"/>
              </a:rPr>
              <a:t>Products</a:t>
            </a:r>
            <a:endParaRPr sz="1398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614462" y="3907790"/>
            <a:ext cx="5641995" cy="2251048"/>
          </a:xfrm>
          <a:custGeom>
            <a:avLst/>
            <a:gdLst/>
            <a:ahLst/>
            <a:cxnLst/>
            <a:rect l="l" t="t" r="r" b="b"/>
            <a:pathLst>
              <a:path w="4236720" h="1690370">
                <a:moveTo>
                  <a:pt x="0" y="177419"/>
                </a:moveTo>
                <a:lnTo>
                  <a:pt x="6342" y="130277"/>
                </a:lnTo>
                <a:lnTo>
                  <a:pt x="24238" y="87902"/>
                </a:lnTo>
                <a:lnTo>
                  <a:pt x="51990" y="51990"/>
                </a:lnTo>
                <a:lnTo>
                  <a:pt x="87902" y="24238"/>
                </a:lnTo>
                <a:lnTo>
                  <a:pt x="130277" y="6342"/>
                </a:lnTo>
                <a:lnTo>
                  <a:pt x="177419" y="0"/>
                </a:lnTo>
                <a:lnTo>
                  <a:pt x="4059301" y="0"/>
                </a:lnTo>
                <a:lnTo>
                  <a:pt x="4106442" y="6342"/>
                </a:lnTo>
                <a:lnTo>
                  <a:pt x="4148817" y="24238"/>
                </a:lnTo>
                <a:lnTo>
                  <a:pt x="4184729" y="51990"/>
                </a:lnTo>
                <a:lnTo>
                  <a:pt x="4212481" y="87902"/>
                </a:lnTo>
                <a:lnTo>
                  <a:pt x="4230377" y="130277"/>
                </a:lnTo>
                <a:lnTo>
                  <a:pt x="4236720" y="177419"/>
                </a:lnTo>
                <a:lnTo>
                  <a:pt x="4236720" y="1512658"/>
                </a:lnTo>
                <a:lnTo>
                  <a:pt x="4230377" y="1559833"/>
                </a:lnTo>
                <a:lnTo>
                  <a:pt x="4212481" y="1602224"/>
                </a:lnTo>
                <a:lnTo>
                  <a:pt x="4184729" y="1638139"/>
                </a:lnTo>
                <a:lnTo>
                  <a:pt x="4148817" y="1665887"/>
                </a:lnTo>
                <a:lnTo>
                  <a:pt x="4106442" y="1683776"/>
                </a:lnTo>
                <a:lnTo>
                  <a:pt x="4059301" y="1690116"/>
                </a:lnTo>
                <a:lnTo>
                  <a:pt x="177419" y="1690116"/>
                </a:lnTo>
                <a:lnTo>
                  <a:pt x="130277" y="1683776"/>
                </a:lnTo>
                <a:lnTo>
                  <a:pt x="87902" y="1665887"/>
                </a:lnTo>
                <a:lnTo>
                  <a:pt x="51990" y="1638139"/>
                </a:lnTo>
                <a:lnTo>
                  <a:pt x="24238" y="1602224"/>
                </a:lnTo>
                <a:lnTo>
                  <a:pt x="6342" y="1559833"/>
                </a:lnTo>
                <a:lnTo>
                  <a:pt x="0" y="1512658"/>
                </a:lnTo>
                <a:lnTo>
                  <a:pt x="0" y="177419"/>
                </a:lnTo>
                <a:close/>
              </a:path>
            </a:pathLst>
          </a:custGeom>
          <a:ln w="25908">
            <a:solidFill>
              <a:srgbClr val="2C2C2C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51" name="object 51"/>
          <p:cNvSpPr txBox="1"/>
          <p:nvPr/>
        </p:nvSpPr>
        <p:spPr>
          <a:xfrm>
            <a:off x="5803881" y="4016876"/>
            <a:ext cx="5134621" cy="570434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6913">
              <a:spcBef>
                <a:spcPts val="133"/>
              </a:spcBef>
            </a:pPr>
            <a:r>
              <a:rPr sz="3596" dirty="0">
                <a:solidFill>
                  <a:srgbClr val="333333"/>
                </a:solidFill>
                <a:latin typeface="Arial"/>
                <a:cs typeface="Arial"/>
              </a:rPr>
              <a:t>At </a:t>
            </a:r>
            <a:r>
              <a:rPr sz="3596" spc="-7" dirty="0">
                <a:solidFill>
                  <a:srgbClr val="333333"/>
                </a:solidFill>
                <a:latin typeface="Arial"/>
                <a:cs typeface="Arial"/>
              </a:rPr>
              <a:t>an </a:t>
            </a:r>
            <a:r>
              <a:rPr sz="3596" dirty="0">
                <a:solidFill>
                  <a:srgbClr val="333333"/>
                </a:solidFill>
                <a:latin typeface="Arial"/>
                <a:cs typeface="Arial"/>
              </a:rPr>
              <a:t>organisational</a:t>
            </a:r>
            <a:r>
              <a:rPr sz="3596" spc="-1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596" spc="-7" dirty="0">
                <a:solidFill>
                  <a:srgbClr val="333333"/>
                </a:solidFill>
                <a:latin typeface="Arial"/>
                <a:cs typeface="Arial"/>
              </a:rPr>
              <a:t>level</a:t>
            </a:r>
            <a:endParaRPr sz="3596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5858932" y="4933617"/>
            <a:ext cx="1687017" cy="1047727"/>
            <a:chOff x="3991292" y="3704780"/>
            <a:chExt cx="1266825" cy="786765"/>
          </a:xfrm>
        </p:grpSpPr>
        <p:sp>
          <p:nvSpPr>
            <p:cNvPr id="53" name="object 53"/>
            <p:cNvSpPr/>
            <p:nvPr/>
          </p:nvSpPr>
          <p:spPr>
            <a:xfrm>
              <a:off x="4004309" y="3717797"/>
              <a:ext cx="1240790" cy="760730"/>
            </a:xfrm>
            <a:custGeom>
              <a:avLst/>
              <a:gdLst/>
              <a:ahLst/>
              <a:cxnLst/>
              <a:rect l="l" t="t" r="r" b="b"/>
              <a:pathLst>
                <a:path w="1240789" h="760729">
                  <a:moveTo>
                    <a:pt x="1160652" y="0"/>
                  </a:moveTo>
                  <a:lnTo>
                    <a:pt x="79882" y="0"/>
                  </a:lnTo>
                  <a:lnTo>
                    <a:pt x="48756" y="6266"/>
                  </a:lnTo>
                  <a:lnTo>
                    <a:pt x="23368" y="23368"/>
                  </a:lnTo>
                  <a:lnTo>
                    <a:pt x="6266" y="48756"/>
                  </a:lnTo>
                  <a:lnTo>
                    <a:pt x="0" y="79882"/>
                  </a:lnTo>
                  <a:lnTo>
                    <a:pt x="0" y="680631"/>
                  </a:lnTo>
                  <a:lnTo>
                    <a:pt x="6266" y="711709"/>
                  </a:lnTo>
                  <a:lnTo>
                    <a:pt x="23368" y="737088"/>
                  </a:lnTo>
                  <a:lnTo>
                    <a:pt x="48756" y="754201"/>
                  </a:lnTo>
                  <a:lnTo>
                    <a:pt x="79882" y="760476"/>
                  </a:lnTo>
                  <a:lnTo>
                    <a:pt x="1160652" y="760476"/>
                  </a:lnTo>
                  <a:lnTo>
                    <a:pt x="1191779" y="754201"/>
                  </a:lnTo>
                  <a:lnTo>
                    <a:pt x="1217167" y="737088"/>
                  </a:lnTo>
                  <a:lnTo>
                    <a:pt x="1234269" y="711709"/>
                  </a:lnTo>
                  <a:lnTo>
                    <a:pt x="1240536" y="680631"/>
                  </a:lnTo>
                  <a:lnTo>
                    <a:pt x="1240536" y="79882"/>
                  </a:lnTo>
                  <a:lnTo>
                    <a:pt x="1234269" y="48756"/>
                  </a:lnTo>
                  <a:lnTo>
                    <a:pt x="1217167" y="23368"/>
                  </a:lnTo>
                  <a:lnTo>
                    <a:pt x="1191779" y="6266"/>
                  </a:lnTo>
                  <a:lnTo>
                    <a:pt x="1160652" y="0"/>
                  </a:lnTo>
                  <a:close/>
                </a:path>
              </a:pathLst>
            </a:custGeom>
            <a:solidFill>
              <a:srgbClr val="CDCD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4" name="object 54"/>
            <p:cNvSpPr/>
            <p:nvPr/>
          </p:nvSpPr>
          <p:spPr>
            <a:xfrm>
              <a:off x="4004309" y="3717797"/>
              <a:ext cx="1240790" cy="760730"/>
            </a:xfrm>
            <a:custGeom>
              <a:avLst/>
              <a:gdLst/>
              <a:ahLst/>
              <a:cxnLst/>
              <a:rect l="l" t="t" r="r" b="b"/>
              <a:pathLst>
                <a:path w="1240789" h="760729">
                  <a:moveTo>
                    <a:pt x="0" y="79882"/>
                  </a:moveTo>
                  <a:lnTo>
                    <a:pt x="6266" y="48756"/>
                  </a:lnTo>
                  <a:lnTo>
                    <a:pt x="23368" y="23368"/>
                  </a:lnTo>
                  <a:lnTo>
                    <a:pt x="48756" y="6266"/>
                  </a:lnTo>
                  <a:lnTo>
                    <a:pt x="79882" y="0"/>
                  </a:lnTo>
                  <a:lnTo>
                    <a:pt x="1160652" y="0"/>
                  </a:lnTo>
                  <a:lnTo>
                    <a:pt x="1191779" y="6266"/>
                  </a:lnTo>
                  <a:lnTo>
                    <a:pt x="1217167" y="23368"/>
                  </a:lnTo>
                  <a:lnTo>
                    <a:pt x="1234269" y="48756"/>
                  </a:lnTo>
                  <a:lnTo>
                    <a:pt x="1240536" y="79882"/>
                  </a:lnTo>
                  <a:lnTo>
                    <a:pt x="1240536" y="680631"/>
                  </a:lnTo>
                  <a:lnTo>
                    <a:pt x="1234269" y="711709"/>
                  </a:lnTo>
                  <a:lnTo>
                    <a:pt x="1217167" y="737088"/>
                  </a:lnTo>
                  <a:lnTo>
                    <a:pt x="1191779" y="754201"/>
                  </a:lnTo>
                  <a:lnTo>
                    <a:pt x="1160652" y="760476"/>
                  </a:lnTo>
                  <a:lnTo>
                    <a:pt x="79882" y="760476"/>
                  </a:lnTo>
                  <a:lnTo>
                    <a:pt x="48756" y="754201"/>
                  </a:lnTo>
                  <a:lnTo>
                    <a:pt x="23368" y="737088"/>
                  </a:lnTo>
                  <a:lnTo>
                    <a:pt x="6266" y="711709"/>
                  </a:lnTo>
                  <a:lnTo>
                    <a:pt x="0" y="680631"/>
                  </a:lnTo>
                  <a:lnTo>
                    <a:pt x="0" y="79882"/>
                  </a:lnTo>
                  <a:close/>
                </a:path>
              </a:pathLst>
            </a:custGeom>
            <a:ln w="259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6239038" y="5309698"/>
            <a:ext cx="928494" cy="243378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1465" spc="-7" dirty="0">
                <a:solidFill>
                  <a:srgbClr val="333333"/>
                </a:solidFill>
                <a:latin typeface="Arial"/>
                <a:cs typeface="Arial"/>
              </a:rPr>
              <a:t>R</a:t>
            </a:r>
            <a:r>
              <a:rPr sz="1465" dirty="0">
                <a:solidFill>
                  <a:srgbClr val="333333"/>
                </a:solidFill>
                <a:latin typeface="Arial"/>
                <a:cs typeface="Arial"/>
              </a:rPr>
              <a:t>esources</a:t>
            </a:r>
            <a:endParaRPr sz="1465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7681418" y="4933617"/>
            <a:ext cx="1687017" cy="1047727"/>
            <a:chOff x="5359844" y="3704780"/>
            <a:chExt cx="1266825" cy="786765"/>
          </a:xfrm>
        </p:grpSpPr>
        <p:sp>
          <p:nvSpPr>
            <p:cNvPr id="57" name="object 57"/>
            <p:cNvSpPr/>
            <p:nvPr/>
          </p:nvSpPr>
          <p:spPr>
            <a:xfrm>
              <a:off x="5372862" y="3717797"/>
              <a:ext cx="1240790" cy="760730"/>
            </a:xfrm>
            <a:custGeom>
              <a:avLst/>
              <a:gdLst/>
              <a:ahLst/>
              <a:cxnLst/>
              <a:rect l="l" t="t" r="r" b="b"/>
              <a:pathLst>
                <a:path w="1240790" h="760729">
                  <a:moveTo>
                    <a:pt x="1160653" y="0"/>
                  </a:moveTo>
                  <a:lnTo>
                    <a:pt x="79883" y="0"/>
                  </a:lnTo>
                  <a:lnTo>
                    <a:pt x="48756" y="6266"/>
                  </a:lnTo>
                  <a:lnTo>
                    <a:pt x="23368" y="23368"/>
                  </a:lnTo>
                  <a:lnTo>
                    <a:pt x="6266" y="48756"/>
                  </a:lnTo>
                  <a:lnTo>
                    <a:pt x="0" y="79882"/>
                  </a:lnTo>
                  <a:lnTo>
                    <a:pt x="0" y="680631"/>
                  </a:lnTo>
                  <a:lnTo>
                    <a:pt x="6266" y="711709"/>
                  </a:lnTo>
                  <a:lnTo>
                    <a:pt x="23368" y="737088"/>
                  </a:lnTo>
                  <a:lnTo>
                    <a:pt x="48756" y="754201"/>
                  </a:lnTo>
                  <a:lnTo>
                    <a:pt x="79883" y="760476"/>
                  </a:lnTo>
                  <a:lnTo>
                    <a:pt x="1160653" y="760476"/>
                  </a:lnTo>
                  <a:lnTo>
                    <a:pt x="1191779" y="754201"/>
                  </a:lnTo>
                  <a:lnTo>
                    <a:pt x="1217167" y="737088"/>
                  </a:lnTo>
                  <a:lnTo>
                    <a:pt x="1234269" y="711709"/>
                  </a:lnTo>
                  <a:lnTo>
                    <a:pt x="1240536" y="680631"/>
                  </a:lnTo>
                  <a:lnTo>
                    <a:pt x="1240536" y="79882"/>
                  </a:lnTo>
                  <a:lnTo>
                    <a:pt x="1234269" y="48756"/>
                  </a:lnTo>
                  <a:lnTo>
                    <a:pt x="1217168" y="23368"/>
                  </a:lnTo>
                  <a:lnTo>
                    <a:pt x="1191779" y="6266"/>
                  </a:lnTo>
                  <a:lnTo>
                    <a:pt x="1160653" y="0"/>
                  </a:lnTo>
                  <a:close/>
                </a:path>
              </a:pathLst>
            </a:custGeom>
            <a:solidFill>
              <a:srgbClr val="CDCD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8" name="object 58"/>
            <p:cNvSpPr/>
            <p:nvPr/>
          </p:nvSpPr>
          <p:spPr>
            <a:xfrm>
              <a:off x="5372862" y="3717797"/>
              <a:ext cx="1240790" cy="760730"/>
            </a:xfrm>
            <a:custGeom>
              <a:avLst/>
              <a:gdLst/>
              <a:ahLst/>
              <a:cxnLst/>
              <a:rect l="l" t="t" r="r" b="b"/>
              <a:pathLst>
                <a:path w="1240790" h="760729">
                  <a:moveTo>
                    <a:pt x="0" y="79882"/>
                  </a:moveTo>
                  <a:lnTo>
                    <a:pt x="6266" y="48756"/>
                  </a:lnTo>
                  <a:lnTo>
                    <a:pt x="23368" y="23368"/>
                  </a:lnTo>
                  <a:lnTo>
                    <a:pt x="48756" y="6266"/>
                  </a:lnTo>
                  <a:lnTo>
                    <a:pt x="79883" y="0"/>
                  </a:lnTo>
                  <a:lnTo>
                    <a:pt x="1160653" y="0"/>
                  </a:lnTo>
                  <a:lnTo>
                    <a:pt x="1191779" y="6266"/>
                  </a:lnTo>
                  <a:lnTo>
                    <a:pt x="1217168" y="23368"/>
                  </a:lnTo>
                  <a:lnTo>
                    <a:pt x="1234269" y="48756"/>
                  </a:lnTo>
                  <a:lnTo>
                    <a:pt x="1240536" y="79882"/>
                  </a:lnTo>
                  <a:lnTo>
                    <a:pt x="1240536" y="680631"/>
                  </a:lnTo>
                  <a:lnTo>
                    <a:pt x="1234269" y="711709"/>
                  </a:lnTo>
                  <a:lnTo>
                    <a:pt x="1217167" y="737088"/>
                  </a:lnTo>
                  <a:lnTo>
                    <a:pt x="1191779" y="754201"/>
                  </a:lnTo>
                  <a:lnTo>
                    <a:pt x="1160653" y="760476"/>
                  </a:lnTo>
                  <a:lnTo>
                    <a:pt x="79883" y="760476"/>
                  </a:lnTo>
                  <a:lnTo>
                    <a:pt x="48756" y="754201"/>
                  </a:lnTo>
                  <a:lnTo>
                    <a:pt x="23368" y="737088"/>
                  </a:lnTo>
                  <a:lnTo>
                    <a:pt x="6266" y="711709"/>
                  </a:lnTo>
                  <a:lnTo>
                    <a:pt x="0" y="680631"/>
                  </a:lnTo>
                  <a:lnTo>
                    <a:pt x="0" y="79882"/>
                  </a:lnTo>
                  <a:close/>
                </a:path>
              </a:pathLst>
            </a:custGeom>
            <a:ln w="259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7911850" y="5309698"/>
            <a:ext cx="1226153" cy="243378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1465" spc="-13" dirty="0">
                <a:solidFill>
                  <a:srgbClr val="333333"/>
                </a:solidFill>
                <a:latin typeface="Arial"/>
                <a:cs typeface="Arial"/>
              </a:rPr>
              <a:t>C</a:t>
            </a:r>
            <a:r>
              <a:rPr sz="1465" dirty="0">
                <a:solidFill>
                  <a:srgbClr val="333333"/>
                </a:solidFill>
                <a:latin typeface="Arial"/>
                <a:cs typeface="Arial"/>
              </a:rPr>
              <a:t>om</a:t>
            </a:r>
            <a:r>
              <a:rPr sz="1465" spc="-7" dirty="0">
                <a:solidFill>
                  <a:srgbClr val="333333"/>
                </a:solidFill>
                <a:latin typeface="Arial"/>
                <a:cs typeface="Arial"/>
              </a:rPr>
              <a:t>p</a:t>
            </a:r>
            <a:r>
              <a:rPr sz="1465" dirty="0">
                <a:solidFill>
                  <a:srgbClr val="333333"/>
                </a:solidFill>
                <a:latin typeface="Arial"/>
                <a:cs typeface="Arial"/>
              </a:rPr>
              <a:t>ete</a:t>
            </a:r>
            <a:r>
              <a:rPr sz="1465" spc="-13" dirty="0">
                <a:solidFill>
                  <a:srgbClr val="333333"/>
                </a:solidFill>
                <a:latin typeface="Arial"/>
                <a:cs typeface="Arial"/>
              </a:rPr>
              <a:t>n</a:t>
            </a:r>
            <a:r>
              <a:rPr sz="1465" dirty="0">
                <a:solidFill>
                  <a:srgbClr val="333333"/>
                </a:solidFill>
                <a:latin typeface="Arial"/>
                <a:cs typeface="Arial"/>
              </a:rPr>
              <a:t>c</a:t>
            </a:r>
            <a:r>
              <a:rPr sz="1465" spc="-13" dirty="0">
                <a:solidFill>
                  <a:srgbClr val="333333"/>
                </a:solidFill>
                <a:latin typeface="Arial"/>
                <a:cs typeface="Arial"/>
              </a:rPr>
              <a:t>i</a:t>
            </a:r>
            <a:r>
              <a:rPr sz="1465" dirty="0">
                <a:solidFill>
                  <a:srgbClr val="333333"/>
                </a:solidFill>
                <a:latin typeface="Arial"/>
                <a:cs typeface="Arial"/>
              </a:rPr>
              <a:t>es</a:t>
            </a:r>
            <a:endParaRPr sz="1465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9503904" y="4933617"/>
            <a:ext cx="1687017" cy="1047727"/>
            <a:chOff x="6728396" y="3704780"/>
            <a:chExt cx="1266825" cy="786765"/>
          </a:xfrm>
        </p:grpSpPr>
        <p:sp>
          <p:nvSpPr>
            <p:cNvPr id="61" name="object 61"/>
            <p:cNvSpPr/>
            <p:nvPr/>
          </p:nvSpPr>
          <p:spPr>
            <a:xfrm>
              <a:off x="6741413" y="3717797"/>
              <a:ext cx="1240790" cy="760730"/>
            </a:xfrm>
            <a:custGeom>
              <a:avLst/>
              <a:gdLst/>
              <a:ahLst/>
              <a:cxnLst/>
              <a:rect l="l" t="t" r="r" b="b"/>
              <a:pathLst>
                <a:path w="1240790" h="760729">
                  <a:moveTo>
                    <a:pt x="1160652" y="0"/>
                  </a:moveTo>
                  <a:lnTo>
                    <a:pt x="79882" y="0"/>
                  </a:lnTo>
                  <a:lnTo>
                    <a:pt x="48756" y="6266"/>
                  </a:lnTo>
                  <a:lnTo>
                    <a:pt x="23368" y="23368"/>
                  </a:lnTo>
                  <a:lnTo>
                    <a:pt x="6266" y="48756"/>
                  </a:lnTo>
                  <a:lnTo>
                    <a:pt x="0" y="79882"/>
                  </a:lnTo>
                  <a:lnTo>
                    <a:pt x="0" y="680631"/>
                  </a:lnTo>
                  <a:lnTo>
                    <a:pt x="6266" y="711709"/>
                  </a:lnTo>
                  <a:lnTo>
                    <a:pt x="23367" y="737088"/>
                  </a:lnTo>
                  <a:lnTo>
                    <a:pt x="48756" y="754201"/>
                  </a:lnTo>
                  <a:lnTo>
                    <a:pt x="79882" y="760476"/>
                  </a:lnTo>
                  <a:lnTo>
                    <a:pt x="1160652" y="760476"/>
                  </a:lnTo>
                  <a:lnTo>
                    <a:pt x="1191779" y="754201"/>
                  </a:lnTo>
                  <a:lnTo>
                    <a:pt x="1217167" y="737088"/>
                  </a:lnTo>
                  <a:lnTo>
                    <a:pt x="1234269" y="711709"/>
                  </a:lnTo>
                  <a:lnTo>
                    <a:pt x="1240535" y="680631"/>
                  </a:lnTo>
                  <a:lnTo>
                    <a:pt x="1240535" y="79882"/>
                  </a:lnTo>
                  <a:lnTo>
                    <a:pt x="1234269" y="48756"/>
                  </a:lnTo>
                  <a:lnTo>
                    <a:pt x="1217168" y="23368"/>
                  </a:lnTo>
                  <a:lnTo>
                    <a:pt x="1191779" y="6266"/>
                  </a:lnTo>
                  <a:lnTo>
                    <a:pt x="1160652" y="0"/>
                  </a:lnTo>
                  <a:close/>
                </a:path>
              </a:pathLst>
            </a:custGeom>
            <a:solidFill>
              <a:srgbClr val="CDCD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2" name="object 62"/>
            <p:cNvSpPr/>
            <p:nvPr/>
          </p:nvSpPr>
          <p:spPr>
            <a:xfrm>
              <a:off x="6741413" y="3717797"/>
              <a:ext cx="1240790" cy="760730"/>
            </a:xfrm>
            <a:custGeom>
              <a:avLst/>
              <a:gdLst/>
              <a:ahLst/>
              <a:cxnLst/>
              <a:rect l="l" t="t" r="r" b="b"/>
              <a:pathLst>
                <a:path w="1240790" h="760729">
                  <a:moveTo>
                    <a:pt x="0" y="79882"/>
                  </a:moveTo>
                  <a:lnTo>
                    <a:pt x="6266" y="48756"/>
                  </a:lnTo>
                  <a:lnTo>
                    <a:pt x="23368" y="23368"/>
                  </a:lnTo>
                  <a:lnTo>
                    <a:pt x="48756" y="6266"/>
                  </a:lnTo>
                  <a:lnTo>
                    <a:pt x="79882" y="0"/>
                  </a:lnTo>
                  <a:lnTo>
                    <a:pt x="1160652" y="0"/>
                  </a:lnTo>
                  <a:lnTo>
                    <a:pt x="1191779" y="6266"/>
                  </a:lnTo>
                  <a:lnTo>
                    <a:pt x="1217168" y="23368"/>
                  </a:lnTo>
                  <a:lnTo>
                    <a:pt x="1234269" y="48756"/>
                  </a:lnTo>
                  <a:lnTo>
                    <a:pt x="1240535" y="79882"/>
                  </a:lnTo>
                  <a:lnTo>
                    <a:pt x="1240535" y="680631"/>
                  </a:lnTo>
                  <a:lnTo>
                    <a:pt x="1234269" y="711709"/>
                  </a:lnTo>
                  <a:lnTo>
                    <a:pt x="1217167" y="737088"/>
                  </a:lnTo>
                  <a:lnTo>
                    <a:pt x="1191779" y="754201"/>
                  </a:lnTo>
                  <a:lnTo>
                    <a:pt x="1160652" y="760476"/>
                  </a:lnTo>
                  <a:lnTo>
                    <a:pt x="79882" y="760476"/>
                  </a:lnTo>
                  <a:lnTo>
                    <a:pt x="48756" y="754201"/>
                  </a:lnTo>
                  <a:lnTo>
                    <a:pt x="23367" y="737088"/>
                  </a:lnTo>
                  <a:lnTo>
                    <a:pt x="6266" y="711709"/>
                  </a:lnTo>
                  <a:lnTo>
                    <a:pt x="0" y="680631"/>
                  </a:lnTo>
                  <a:lnTo>
                    <a:pt x="0" y="79882"/>
                  </a:lnTo>
                  <a:close/>
                </a:path>
              </a:pathLst>
            </a:custGeom>
            <a:ln w="259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9795220" y="5309698"/>
            <a:ext cx="1106074" cy="243378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1465" dirty="0">
                <a:solidFill>
                  <a:srgbClr val="333333"/>
                </a:solidFill>
                <a:latin typeface="Arial"/>
                <a:cs typeface="Arial"/>
              </a:rPr>
              <a:t>Performance</a:t>
            </a:r>
            <a:endParaRPr sz="1465">
              <a:latin typeface="Arial"/>
              <a:cs typeface="Arial"/>
            </a:endParaRPr>
          </a:p>
        </p:txBody>
      </p:sp>
      <p:sp>
        <p:nvSpPr>
          <p:cNvPr id="68" name="object 68"/>
          <p:cNvSpPr txBox="1">
            <a:spLocks noGrp="1"/>
          </p:cNvSpPr>
          <p:nvPr>
            <p:ph type="title"/>
          </p:nvPr>
        </p:nvSpPr>
        <p:spPr>
          <a:xfrm>
            <a:off x="2005766" y="86114"/>
            <a:ext cx="8895528" cy="693204"/>
          </a:xfrm>
          <a:prstGeom prst="rect">
            <a:avLst/>
          </a:prstGeom>
        </p:spPr>
        <p:txBody>
          <a:bodyPr vert="horz" wrap="square" lIns="0" tIns="16067" rIns="0" bIns="0" rtlCol="0" anchor="t">
            <a:spAutoFit/>
          </a:bodyPr>
          <a:lstStyle/>
          <a:p>
            <a:pPr marL="16913">
              <a:lnSpc>
                <a:spcPct val="100000"/>
              </a:lnSpc>
              <a:spcBef>
                <a:spcPts val="127"/>
              </a:spcBef>
            </a:pPr>
            <a:r>
              <a:rPr spc="-7" dirty="0"/>
              <a:t>An </a:t>
            </a:r>
            <a:r>
              <a:rPr dirty="0"/>
              <a:t>organisation </a:t>
            </a:r>
            <a:r>
              <a:rPr spc="-7" dirty="0"/>
              <a:t>vs. its</a:t>
            </a:r>
            <a:r>
              <a:rPr spc="-60" dirty="0"/>
              <a:t> </a:t>
            </a:r>
            <a:r>
              <a:rPr spc="-13" dirty="0"/>
              <a:t>environment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7A720DD-855D-4914-9669-175CFAB28445}"/>
              </a:ext>
            </a:extLst>
          </p:cNvPr>
          <p:cNvSpPr/>
          <p:nvPr/>
        </p:nvSpPr>
        <p:spPr>
          <a:xfrm>
            <a:off x="3437314" y="1319317"/>
            <a:ext cx="5317375" cy="5235194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/>
            <a:endParaRPr lang="en-US" sz="2399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/>
            <a:endParaRPr lang="en-US" sz="2399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/>
            <a:endParaRPr lang="en-US" sz="2399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/>
            <a:endParaRPr lang="en-US" sz="2399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/>
            <a:endParaRPr lang="en-US" sz="2399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/>
            <a:endParaRPr lang="en-US" sz="2399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/>
            <a:endParaRPr lang="en-US" sz="2399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/>
            <a:endParaRPr lang="en-US" sz="2399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/>
            <a:endParaRPr lang="en-US" sz="2399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/>
            <a:endParaRPr lang="en-US" sz="2399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/>
            <a:r>
              <a:rPr lang="en-US" sz="2399">
                <a:solidFill>
                  <a:schemeClr val="tx1"/>
                </a:solidFill>
                <a:cs typeface="Times New Roman" panose="02020603050405020304" pitchFamily="18" charset="0"/>
              </a:rPr>
              <a:t>Macroenvironment  </a:t>
            </a:r>
          </a:p>
          <a:p>
            <a:pPr algn="ctr"/>
            <a:r>
              <a:rPr lang="en-US" sz="2399">
                <a:solidFill>
                  <a:schemeClr val="tx1"/>
                </a:solidFill>
                <a:cs typeface="Times New Roman" panose="02020603050405020304" pitchFamily="18" charset="0"/>
              </a:rPr>
              <a:t>analysis</a:t>
            </a:r>
            <a:endParaRPr lang="en-US" sz="2399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AE0528-FD1D-43D7-A981-0C477D1F3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347" y="11439"/>
            <a:ext cx="6949586" cy="1157495"/>
          </a:xfrm>
        </p:spPr>
        <p:txBody>
          <a:bodyPr>
            <a:normAutofit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Situation analysis: Goals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0B02A1A-06C2-44B4-A7BD-C8C3F2A8B543}"/>
              </a:ext>
            </a:extLst>
          </p:cNvPr>
          <p:cNvSpPr/>
          <p:nvPr/>
        </p:nvSpPr>
        <p:spPr>
          <a:xfrm>
            <a:off x="4312116" y="2149818"/>
            <a:ext cx="3567771" cy="3204647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/>
            <a:endParaRPr lang="en-US" sz="2399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/>
            <a:endParaRPr lang="en-US" sz="2399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/>
            <a:endParaRPr lang="en-US" sz="2399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/>
            <a:endParaRPr lang="en-US" sz="2399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/>
            <a:endParaRPr lang="en-US" sz="2399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/>
            <a:r>
              <a:rPr lang="en-US" sz="2399">
                <a:solidFill>
                  <a:schemeClr val="tx1"/>
                </a:solidFill>
                <a:cs typeface="Times New Roman" panose="02020603050405020304" pitchFamily="18" charset="0"/>
              </a:rPr>
              <a:t>Microenvironment  analysis</a:t>
            </a:r>
            <a:endParaRPr lang="en-US" sz="2399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F7A1097-B32B-437B-B6F8-735F41D76A94}"/>
              </a:ext>
            </a:extLst>
          </p:cNvPr>
          <p:cNvSpPr/>
          <p:nvPr/>
        </p:nvSpPr>
        <p:spPr>
          <a:xfrm>
            <a:off x="5227546" y="2917597"/>
            <a:ext cx="1736908" cy="1408956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9">
                <a:solidFill>
                  <a:schemeClr val="tx1"/>
                </a:solidFill>
                <a:cs typeface="Times New Roman" panose="02020603050405020304" pitchFamily="18" charset="0"/>
              </a:rPr>
              <a:t>Internal analysis</a:t>
            </a:r>
            <a:endParaRPr lang="en-US" sz="2399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594195-74E0-424F-9366-635DFA287495}"/>
              </a:ext>
            </a:extLst>
          </p:cNvPr>
          <p:cNvSpPr/>
          <p:nvPr/>
        </p:nvSpPr>
        <p:spPr>
          <a:xfrm>
            <a:off x="839570" y="2401735"/>
            <a:ext cx="2209225" cy="1255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531" indent="-22853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799">
                <a:solidFill>
                  <a:prstClr val="black"/>
                </a:solidFill>
                <a:cs typeface="Times New Roman" panose="02020603050405020304" pitchFamily="18" charset="0"/>
              </a:rPr>
              <a:t>Identify </a:t>
            </a:r>
            <a:r>
              <a:rPr lang="en-US" sz="2799">
                <a:solidFill>
                  <a:schemeClr val="accent1">
                    <a:lumMod val="75000"/>
                  </a:schemeClr>
                </a:solidFill>
                <a:cs typeface="Times New Roman" panose="02020603050405020304" pitchFamily="18" charset="0"/>
              </a:rPr>
              <a:t>strengths &amp; weaknesses </a:t>
            </a:r>
            <a:endParaRPr lang="en-US" sz="2799" dirty="0">
              <a:solidFill>
                <a:schemeClr val="accent1">
                  <a:lumMod val="7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0E79D7-953D-44FF-A7D5-21838A42CA85}"/>
              </a:ext>
            </a:extLst>
          </p:cNvPr>
          <p:cNvSpPr/>
          <p:nvPr/>
        </p:nvSpPr>
        <p:spPr>
          <a:xfrm>
            <a:off x="839569" y="4249774"/>
            <a:ext cx="2386978" cy="1255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531" indent="-22853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799">
                <a:solidFill>
                  <a:prstClr val="black"/>
                </a:solidFill>
                <a:cs typeface="Times New Roman" panose="02020603050405020304" pitchFamily="18" charset="0"/>
              </a:rPr>
              <a:t>Identify </a:t>
            </a:r>
            <a:r>
              <a:rPr lang="en-US" sz="2799">
                <a:solidFill>
                  <a:schemeClr val="accent1">
                    <a:lumMod val="75000"/>
                  </a:schemeClr>
                </a:solidFill>
                <a:cs typeface="Times New Roman" panose="02020603050405020304" pitchFamily="18" charset="0"/>
              </a:rPr>
              <a:t>opportunities &amp; threats</a:t>
            </a:r>
            <a:endParaRPr lang="en-US" sz="2799" dirty="0">
              <a:solidFill>
                <a:schemeClr val="accent1">
                  <a:lumMod val="7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4A42D5-04BB-47E5-BAF3-18F17BACC175}"/>
              </a:ext>
            </a:extLst>
          </p:cNvPr>
          <p:cNvSpPr/>
          <p:nvPr/>
        </p:nvSpPr>
        <p:spPr>
          <a:xfrm>
            <a:off x="9143206" y="4639966"/>
            <a:ext cx="2732328" cy="1255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531" indent="-22853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799">
                <a:solidFill>
                  <a:prstClr val="black"/>
                </a:solidFill>
                <a:cs typeface="Times New Roman" panose="02020603050405020304" pitchFamily="18" charset="0"/>
              </a:rPr>
              <a:t>Identify </a:t>
            </a:r>
            <a:r>
              <a:rPr lang="en-US" sz="2799">
                <a:solidFill>
                  <a:schemeClr val="accent1">
                    <a:lumMod val="75000"/>
                  </a:schemeClr>
                </a:solidFill>
                <a:cs typeface="Times New Roman" panose="02020603050405020304" pitchFamily="18" charset="0"/>
              </a:rPr>
              <a:t>opportunities &amp; threats</a:t>
            </a:r>
            <a:endParaRPr lang="en-US" sz="2799" dirty="0">
              <a:solidFill>
                <a:schemeClr val="accent1">
                  <a:lumMod val="75000"/>
                </a:schemeClr>
              </a:solidFill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070DAD2-A49F-4614-91FB-58260810FA72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048794" y="3029434"/>
            <a:ext cx="2386978" cy="5926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DB165DD-1C42-46A2-8DCE-C5549CDB3884}"/>
              </a:ext>
            </a:extLst>
          </p:cNvPr>
          <p:cNvCxnSpPr>
            <a:cxnSpLocks/>
          </p:cNvCxnSpPr>
          <p:nvPr/>
        </p:nvCxnSpPr>
        <p:spPr>
          <a:xfrm flipV="1">
            <a:off x="2874216" y="4572667"/>
            <a:ext cx="2000999" cy="1213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9697558-BE87-40EB-8988-A9A3BB6EC8B2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7314882" y="5267667"/>
            <a:ext cx="1828324" cy="4822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2681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CADF5A-C57B-3051-418B-4C981F390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SWOT Analysis  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70825A63-20DA-61A1-4152-AA3C1CE11D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2100253"/>
            <a:ext cx="10905066" cy="354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825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E961F1-4A28-4A5F-BBD4-6E400E5E6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72357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F57BEA8-497D-4AA8-8A18-BDCD696B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8596"/>
            <a:ext cx="12192000" cy="17355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F3E882-FF5B-EE90-5F98-ED7BD68B5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89439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Microenvironment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2415D3-DDE5-4D63-8CB3-23A5EC581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1479733"/>
            <a:ext cx="2743200" cy="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7193FB-6AE6-4B3B-8F89-56B55DD6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201402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8E82523F-65F0-B750-5BF9-7D474365C5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268" y="2427541"/>
            <a:ext cx="10660365" cy="399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216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82B34-E52E-4F2F-B9BE-9633DB73D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497" y="332656"/>
            <a:ext cx="9956178" cy="1839044"/>
          </a:xfrm>
        </p:spPr>
        <p:txBody>
          <a:bodyPr>
            <a:normAutofit/>
          </a:bodyPr>
          <a:lstStyle/>
          <a:p>
            <a:r>
              <a:rPr lang="en-US" sz="3100" b="1" dirty="0">
                <a:cs typeface="Times New Roman" panose="02020603050405020304" pitchFamily="18" charset="0"/>
              </a:rPr>
              <a:t>Microenvironment Analysis: Porter’s Five Forces model</a:t>
            </a:r>
            <a:br>
              <a:rPr lang="en-US" sz="3100" dirty="0">
                <a:cs typeface="Times New Roman" panose="02020603050405020304" pitchFamily="18" charset="0"/>
              </a:rPr>
            </a:br>
            <a:endParaRPr lang="en-US" sz="3100" dirty="0"/>
          </a:p>
        </p:txBody>
      </p:sp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A22DE9AB-558E-4119-B49C-CE840BA6E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883" y="1418453"/>
            <a:ext cx="6108064" cy="4458886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F5BC039-F901-4221-BC28-9A5F947A2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4577" y="2295939"/>
            <a:ext cx="5125837" cy="3581400"/>
          </a:xfrm>
        </p:spPr>
        <p:txBody>
          <a:bodyPr>
            <a:normAutofit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Tool to identify the main challenges (threats) or the best opportunities that may arise in the market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6003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16C8AF-C80E-0F58-6DE5-E20F40D36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Macroenvironment</a:t>
            </a:r>
          </a:p>
        </p:txBody>
      </p:sp>
      <p:pic>
        <p:nvPicPr>
          <p:cNvPr id="4" name="Content Placeholder 3" descr="A diagram depicts the major forces in the company’s macroenvironment. &#10;Long description is available in notes, press F6">
            <a:extLst>
              <a:ext uri="{FF2B5EF4-FFF2-40B4-BE49-F238E27FC236}">
                <a16:creationId xmlns:a16="http://schemas.microsoft.com/office/drawing/2014/main" id="{DBE457A3-C466-7EA1-EECA-4F4B3514EEA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723900" y="2824093"/>
            <a:ext cx="10744200" cy="300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9915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287F3-4F33-4C01-9C9D-780CAA76B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Macroenvironment: </a:t>
            </a:r>
            <a:r>
              <a:rPr lang="en-US" dirty="0" err="1"/>
              <a:t>PESTEL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D0A0C8-06C3-460D-A410-6DD89D10C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97" y="1771388"/>
            <a:ext cx="5230317" cy="293820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CF389A-DE87-4AC8-85C0-6F87F1C5A775}"/>
              </a:ext>
            </a:extLst>
          </p:cNvPr>
          <p:cNvSpPr/>
          <p:nvPr/>
        </p:nvSpPr>
        <p:spPr>
          <a:xfrm>
            <a:off x="839417" y="1772817"/>
            <a:ext cx="602081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4965" marR="5080" indent="-342900" algn="just">
              <a:spcBef>
                <a:spcPts val="105"/>
              </a:spcBef>
              <a:buFont typeface="Wingdings" panose="05000000000000000000" pitchFamily="2" charset="2"/>
              <a:buChar char="v"/>
              <a:tabLst>
                <a:tab pos="299720" algn="l"/>
              </a:tabLst>
            </a:pPr>
            <a:r>
              <a:rPr lang="en-US" sz="2800" dirty="0">
                <a:solidFill>
                  <a:srgbClr val="333333"/>
                </a:solidFill>
                <a:cs typeface="Times New Roman"/>
              </a:rPr>
              <a:t>Includes </a:t>
            </a:r>
            <a:r>
              <a:rPr lang="en-US" sz="2800" spc="-5" dirty="0">
                <a:solidFill>
                  <a:srgbClr val="333333"/>
                </a:solidFill>
                <a:cs typeface="Times New Roman"/>
              </a:rPr>
              <a:t>all </a:t>
            </a:r>
            <a:r>
              <a:rPr lang="en-US" sz="2800" dirty="0">
                <a:solidFill>
                  <a:srgbClr val="333333"/>
                </a:solidFill>
                <a:cs typeface="Times New Roman"/>
              </a:rPr>
              <a:t>factors of the external environment that a firm  cannot control, </a:t>
            </a:r>
            <a:r>
              <a:rPr lang="en-US" sz="2800" spc="5" dirty="0">
                <a:solidFill>
                  <a:srgbClr val="333333"/>
                </a:solidFill>
                <a:cs typeface="Times New Roman"/>
              </a:rPr>
              <a:t>but </a:t>
            </a:r>
            <a:r>
              <a:rPr lang="en-US" sz="2800" dirty="0">
                <a:solidFill>
                  <a:srgbClr val="333333"/>
                </a:solidFill>
                <a:cs typeface="Times New Roman"/>
              </a:rPr>
              <a:t>that </a:t>
            </a:r>
            <a:r>
              <a:rPr lang="en-US" sz="2800" spc="-10" dirty="0">
                <a:solidFill>
                  <a:srgbClr val="333333"/>
                </a:solidFill>
                <a:cs typeface="Times New Roman"/>
              </a:rPr>
              <a:t>may </a:t>
            </a:r>
            <a:r>
              <a:rPr lang="en-US" sz="2800" spc="-5" dirty="0">
                <a:solidFill>
                  <a:srgbClr val="333333"/>
                </a:solidFill>
                <a:cs typeface="Times New Roman"/>
              </a:rPr>
              <a:t>affect </a:t>
            </a:r>
            <a:r>
              <a:rPr lang="en-US" sz="2800" dirty="0">
                <a:solidFill>
                  <a:srgbClr val="333333"/>
                </a:solidFill>
                <a:cs typeface="Times New Roman"/>
              </a:rPr>
              <a:t>supply and </a:t>
            </a:r>
            <a:r>
              <a:rPr lang="en-US" sz="2800" spc="-5" dirty="0">
                <a:solidFill>
                  <a:srgbClr val="333333"/>
                </a:solidFill>
                <a:cs typeface="Times New Roman"/>
              </a:rPr>
              <a:t>demand </a:t>
            </a:r>
            <a:r>
              <a:rPr lang="en-US" sz="2800" dirty="0">
                <a:solidFill>
                  <a:srgbClr val="333333"/>
                </a:solidFill>
                <a:cs typeface="Times New Roman"/>
              </a:rPr>
              <a:t>in</a:t>
            </a:r>
            <a:r>
              <a:rPr lang="en-US" sz="2800" spc="-180" dirty="0">
                <a:solidFill>
                  <a:srgbClr val="333333"/>
                </a:solidFill>
                <a:cs typeface="Times New Roman"/>
              </a:rPr>
              <a:t> </a:t>
            </a:r>
            <a:r>
              <a:rPr lang="en-US" sz="2800" dirty="0">
                <a:solidFill>
                  <a:srgbClr val="333333"/>
                </a:solidFill>
                <a:cs typeface="Times New Roman"/>
              </a:rPr>
              <a:t>a  </a:t>
            </a:r>
            <a:r>
              <a:rPr lang="en-US" sz="2800" spc="-5" dirty="0">
                <a:solidFill>
                  <a:srgbClr val="333333"/>
                </a:solidFill>
                <a:cs typeface="Times New Roman"/>
              </a:rPr>
              <a:t>market.</a:t>
            </a:r>
            <a:endParaRPr lang="en-US" sz="2800" dirty="0">
              <a:cs typeface="Times New Roman"/>
            </a:endParaRPr>
          </a:p>
          <a:p>
            <a:pPr marL="756285" lvl="1" indent="-287020">
              <a:spcBef>
                <a:spcPts val="10"/>
              </a:spcBef>
              <a:buFont typeface="Wingdings"/>
              <a:buChar char=""/>
              <a:tabLst>
                <a:tab pos="756920" algn="l"/>
              </a:tabLst>
            </a:pPr>
            <a:r>
              <a:rPr lang="en-US"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cs typeface="Times New Roman"/>
              </a:rPr>
              <a:t>P</a:t>
            </a:r>
            <a:r>
              <a:rPr lang="en-US" sz="2800" dirty="0">
                <a:solidFill>
                  <a:srgbClr val="333333"/>
                </a:solidFill>
                <a:cs typeface="Times New Roman"/>
              </a:rPr>
              <a:t>olitical</a:t>
            </a:r>
            <a:endParaRPr lang="en-US" sz="2800" dirty="0">
              <a:cs typeface="Times New Roman"/>
            </a:endParaRPr>
          </a:p>
          <a:p>
            <a:pPr marL="756285" lvl="1" indent="-287020">
              <a:spcBef>
                <a:spcPts val="5"/>
              </a:spcBef>
              <a:buFont typeface="Wingdings"/>
              <a:buChar char=""/>
              <a:tabLst>
                <a:tab pos="756920" algn="l"/>
              </a:tabLst>
            </a:pPr>
            <a:r>
              <a:rPr lang="en-US" sz="2800" b="1" i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cs typeface="Times New Roman"/>
              </a:rPr>
              <a:t>E</a:t>
            </a:r>
            <a:r>
              <a:rPr lang="en-US" sz="2800" spc="-5" dirty="0">
                <a:solidFill>
                  <a:srgbClr val="333333"/>
                </a:solidFill>
                <a:cs typeface="Times New Roman"/>
              </a:rPr>
              <a:t>conomic</a:t>
            </a:r>
            <a:endParaRPr lang="en-US" sz="2800" dirty="0">
              <a:cs typeface="Times New Roman"/>
            </a:endParaRPr>
          </a:p>
          <a:p>
            <a:pPr marL="756285" lvl="1" indent="-287020">
              <a:buFont typeface="Wingdings"/>
              <a:buChar char=""/>
              <a:tabLst>
                <a:tab pos="756920" algn="l"/>
              </a:tabLst>
            </a:pPr>
            <a:r>
              <a:rPr lang="en-US"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cs typeface="Times New Roman"/>
              </a:rPr>
              <a:t>S</a:t>
            </a:r>
            <a:r>
              <a:rPr lang="en-US" sz="2800" dirty="0">
                <a:solidFill>
                  <a:srgbClr val="333333"/>
                </a:solidFill>
                <a:cs typeface="Times New Roman"/>
              </a:rPr>
              <a:t>ocial</a:t>
            </a:r>
            <a:endParaRPr lang="en-US" sz="2800" dirty="0">
              <a:cs typeface="Times New Roman"/>
            </a:endParaRPr>
          </a:p>
          <a:p>
            <a:pPr marL="756285" lvl="1" indent="-287020">
              <a:buFont typeface="Wingdings"/>
              <a:buChar char=""/>
              <a:tabLst>
                <a:tab pos="756920" algn="l"/>
              </a:tabLst>
            </a:pPr>
            <a:r>
              <a:rPr lang="en-US"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cs typeface="Times New Roman"/>
              </a:rPr>
              <a:t>T</a:t>
            </a:r>
            <a:r>
              <a:rPr lang="en-US" sz="2800" dirty="0">
                <a:solidFill>
                  <a:srgbClr val="333333"/>
                </a:solidFill>
                <a:cs typeface="Times New Roman"/>
              </a:rPr>
              <a:t>echnological</a:t>
            </a:r>
            <a:endParaRPr lang="en-US" sz="2800" dirty="0">
              <a:cs typeface="Times New Roman"/>
            </a:endParaRPr>
          </a:p>
          <a:p>
            <a:pPr marL="756285" lvl="1" indent="-287020">
              <a:buFont typeface="Wingdings"/>
              <a:buChar char=""/>
              <a:tabLst>
                <a:tab pos="756920" algn="l"/>
              </a:tabLst>
            </a:pPr>
            <a:r>
              <a:rPr lang="en-US"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cs typeface="Times New Roman"/>
              </a:rPr>
              <a:t>E</a:t>
            </a:r>
            <a:r>
              <a:rPr lang="en-US" sz="2800" dirty="0">
                <a:solidFill>
                  <a:srgbClr val="333333"/>
                </a:solidFill>
                <a:cs typeface="Times New Roman"/>
              </a:rPr>
              <a:t>cological</a:t>
            </a:r>
            <a:endParaRPr lang="en-US" sz="2800" dirty="0">
              <a:cs typeface="Times New Roman"/>
            </a:endParaRPr>
          </a:p>
          <a:p>
            <a:pPr marL="756285" lvl="1" indent="-287020">
              <a:buFont typeface="Wingdings"/>
              <a:buChar char=""/>
              <a:tabLst>
                <a:tab pos="756920" algn="l"/>
              </a:tabLst>
            </a:pPr>
            <a:r>
              <a:rPr lang="en-US"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cs typeface="Times New Roman"/>
              </a:rPr>
              <a:t>L</a:t>
            </a:r>
            <a:r>
              <a:rPr lang="en-US" sz="2800" dirty="0">
                <a:solidFill>
                  <a:srgbClr val="333333"/>
                </a:solidFill>
                <a:cs typeface="Times New Roman"/>
              </a:rPr>
              <a:t>egal</a:t>
            </a:r>
            <a:endParaRPr lang="en-US" sz="2800" dirty="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162196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15454" y="-31546"/>
            <a:ext cx="5047788" cy="1371892"/>
          </a:xfrm>
          <a:prstGeom prst="rect">
            <a:avLst/>
          </a:prstGeom>
        </p:spPr>
        <p:txBody>
          <a:bodyPr vert="horz" wrap="square" lIns="0" tIns="17758" rIns="0" bIns="0" rtlCol="0" anchor="t">
            <a:spAutoFit/>
          </a:bodyPr>
          <a:lstStyle/>
          <a:p>
            <a:pPr marL="16913">
              <a:lnSpc>
                <a:spcPct val="100000"/>
              </a:lnSpc>
              <a:spcBef>
                <a:spcPts val="140"/>
              </a:spcBef>
            </a:pPr>
            <a:r>
              <a:rPr dirty="0"/>
              <a:t>Integrated</a:t>
            </a:r>
            <a:r>
              <a:rPr spc="-133" dirty="0"/>
              <a:t> </a:t>
            </a:r>
            <a:r>
              <a:rPr dirty="0"/>
              <a:t>Model</a:t>
            </a:r>
            <a:r>
              <a:rPr lang="en-CA" dirty="0"/>
              <a:t> of Consumer Behavior</a:t>
            </a:r>
            <a:endParaRPr dirty="0"/>
          </a:p>
        </p:txBody>
      </p:sp>
      <p:grpSp>
        <p:nvGrpSpPr>
          <p:cNvPr id="4" name="object 4"/>
          <p:cNvGrpSpPr/>
          <p:nvPr/>
        </p:nvGrpSpPr>
        <p:grpSpPr>
          <a:xfrm>
            <a:off x="911425" y="637066"/>
            <a:ext cx="3162629" cy="1392739"/>
            <a:chOff x="1848548" y="377888"/>
            <a:chExt cx="2374900" cy="1045844"/>
          </a:xfrm>
        </p:grpSpPr>
        <p:sp>
          <p:nvSpPr>
            <p:cNvPr id="5" name="object 5"/>
            <p:cNvSpPr/>
            <p:nvPr/>
          </p:nvSpPr>
          <p:spPr>
            <a:xfrm>
              <a:off x="1861565" y="390905"/>
              <a:ext cx="2348865" cy="1019810"/>
            </a:xfrm>
            <a:custGeom>
              <a:avLst/>
              <a:gdLst/>
              <a:ahLst/>
              <a:cxnLst/>
              <a:rect l="l" t="t" r="r" b="b"/>
              <a:pathLst>
                <a:path w="2348865" h="1019810">
                  <a:moveTo>
                    <a:pt x="2178558" y="0"/>
                  </a:moveTo>
                  <a:lnTo>
                    <a:pt x="169925" y="0"/>
                  </a:lnTo>
                  <a:lnTo>
                    <a:pt x="124751" y="6069"/>
                  </a:lnTo>
                  <a:lnTo>
                    <a:pt x="84158" y="23198"/>
                  </a:lnTo>
                  <a:lnTo>
                    <a:pt x="49768" y="49768"/>
                  </a:lnTo>
                  <a:lnTo>
                    <a:pt x="23198" y="84158"/>
                  </a:lnTo>
                  <a:lnTo>
                    <a:pt x="6069" y="124751"/>
                  </a:lnTo>
                  <a:lnTo>
                    <a:pt x="0" y="169925"/>
                  </a:lnTo>
                  <a:lnTo>
                    <a:pt x="0" y="849629"/>
                  </a:lnTo>
                  <a:lnTo>
                    <a:pt x="6069" y="894804"/>
                  </a:lnTo>
                  <a:lnTo>
                    <a:pt x="23198" y="935397"/>
                  </a:lnTo>
                  <a:lnTo>
                    <a:pt x="49768" y="969787"/>
                  </a:lnTo>
                  <a:lnTo>
                    <a:pt x="84158" y="996357"/>
                  </a:lnTo>
                  <a:lnTo>
                    <a:pt x="124751" y="1013486"/>
                  </a:lnTo>
                  <a:lnTo>
                    <a:pt x="169925" y="1019555"/>
                  </a:lnTo>
                  <a:lnTo>
                    <a:pt x="2178558" y="1019555"/>
                  </a:lnTo>
                  <a:lnTo>
                    <a:pt x="2223732" y="1013486"/>
                  </a:lnTo>
                  <a:lnTo>
                    <a:pt x="2264325" y="996357"/>
                  </a:lnTo>
                  <a:lnTo>
                    <a:pt x="2298715" y="969787"/>
                  </a:lnTo>
                  <a:lnTo>
                    <a:pt x="2325285" y="935397"/>
                  </a:lnTo>
                  <a:lnTo>
                    <a:pt x="2342414" y="894804"/>
                  </a:lnTo>
                  <a:lnTo>
                    <a:pt x="2348484" y="849629"/>
                  </a:lnTo>
                  <a:lnTo>
                    <a:pt x="2348484" y="169925"/>
                  </a:lnTo>
                  <a:lnTo>
                    <a:pt x="2342414" y="124751"/>
                  </a:lnTo>
                  <a:lnTo>
                    <a:pt x="2325285" y="84158"/>
                  </a:lnTo>
                  <a:lnTo>
                    <a:pt x="2298715" y="49768"/>
                  </a:lnTo>
                  <a:lnTo>
                    <a:pt x="2264325" y="23198"/>
                  </a:lnTo>
                  <a:lnTo>
                    <a:pt x="2223732" y="6069"/>
                  </a:lnTo>
                  <a:lnTo>
                    <a:pt x="2178558" y="0"/>
                  </a:lnTo>
                  <a:close/>
                </a:path>
              </a:pathLst>
            </a:custGeom>
            <a:solidFill>
              <a:srgbClr val="D5D9D9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" name="object 6"/>
            <p:cNvSpPr/>
            <p:nvPr/>
          </p:nvSpPr>
          <p:spPr>
            <a:xfrm>
              <a:off x="1861565" y="390905"/>
              <a:ext cx="2348865" cy="1019810"/>
            </a:xfrm>
            <a:custGeom>
              <a:avLst/>
              <a:gdLst/>
              <a:ahLst/>
              <a:cxnLst/>
              <a:rect l="l" t="t" r="r" b="b"/>
              <a:pathLst>
                <a:path w="2348865" h="1019810">
                  <a:moveTo>
                    <a:pt x="0" y="169925"/>
                  </a:moveTo>
                  <a:lnTo>
                    <a:pt x="6069" y="124751"/>
                  </a:lnTo>
                  <a:lnTo>
                    <a:pt x="23198" y="84158"/>
                  </a:lnTo>
                  <a:lnTo>
                    <a:pt x="49768" y="49768"/>
                  </a:lnTo>
                  <a:lnTo>
                    <a:pt x="84158" y="23198"/>
                  </a:lnTo>
                  <a:lnTo>
                    <a:pt x="124751" y="6069"/>
                  </a:lnTo>
                  <a:lnTo>
                    <a:pt x="169925" y="0"/>
                  </a:lnTo>
                  <a:lnTo>
                    <a:pt x="2178558" y="0"/>
                  </a:lnTo>
                  <a:lnTo>
                    <a:pt x="2223732" y="6069"/>
                  </a:lnTo>
                  <a:lnTo>
                    <a:pt x="2264325" y="23198"/>
                  </a:lnTo>
                  <a:lnTo>
                    <a:pt x="2298715" y="49768"/>
                  </a:lnTo>
                  <a:lnTo>
                    <a:pt x="2325285" y="84158"/>
                  </a:lnTo>
                  <a:lnTo>
                    <a:pt x="2342414" y="124751"/>
                  </a:lnTo>
                  <a:lnTo>
                    <a:pt x="2348484" y="169925"/>
                  </a:lnTo>
                  <a:lnTo>
                    <a:pt x="2348484" y="849629"/>
                  </a:lnTo>
                  <a:lnTo>
                    <a:pt x="2342414" y="894804"/>
                  </a:lnTo>
                  <a:lnTo>
                    <a:pt x="2325285" y="935397"/>
                  </a:lnTo>
                  <a:lnTo>
                    <a:pt x="2298715" y="969787"/>
                  </a:lnTo>
                  <a:lnTo>
                    <a:pt x="2264325" y="996357"/>
                  </a:lnTo>
                  <a:lnTo>
                    <a:pt x="2223732" y="1013486"/>
                  </a:lnTo>
                  <a:lnTo>
                    <a:pt x="2178558" y="1019555"/>
                  </a:lnTo>
                  <a:lnTo>
                    <a:pt x="169925" y="1019555"/>
                  </a:lnTo>
                  <a:lnTo>
                    <a:pt x="124751" y="1013486"/>
                  </a:lnTo>
                  <a:lnTo>
                    <a:pt x="84158" y="996357"/>
                  </a:lnTo>
                  <a:lnTo>
                    <a:pt x="49768" y="969787"/>
                  </a:lnTo>
                  <a:lnTo>
                    <a:pt x="23198" y="935397"/>
                  </a:lnTo>
                  <a:lnTo>
                    <a:pt x="6069" y="894804"/>
                  </a:lnTo>
                  <a:lnTo>
                    <a:pt x="0" y="849629"/>
                  </a:lnTo>
                  <a:lnTo>
                    <a:pt x="0" y="169925"/>
                  </a:lnTo>
                  <a:close/>
                </a:path>
              </a:pathLst>
            </a:custGeom>
            <a:ln w="259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99434" y="604959"/>
            <a:ext cx="2348294" cy="116542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 marR="6765" indent="2537" algn="ctr">
              <a:spcBef>
                <a:spcPts val="140"/>
              </a:spcBef>
            </a:pPr>
            <a:r>
              <a:rPr sz="1864" b="1" u="sng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Times New Roman"/>
                <a:cs typeface="Times New Roman"/>
              </a:rPr>
              <a:t>Internal influences </a:t>
            </a:r>
            <a:r>
              <a:rPr sz="1864" b="1" u="sng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64" dirty="0">
                <a:solidFill>
                  <a:srgbClr val="333333"/>
                </a:solidFill>
                <a:latin typeface="Times New Roman"/>
                <a:cs typeface="Times New Roman"/>
              </a:rPr>
              <a:t>Central </a:t>
            </a:r>
            <a:r>
              <a:rPr sz="1864" spc="-7" dirty="0">
                <a:solidFill>
                  <a:srgbClr val="333333"/>
                </a:solidFill>
                <a:latin typeface="Times New Roman"/>
                <a:cs typeface="Times New Roman"/>
              </a:rPr>
              <a:t>psychological  </a:t>
            </a:r>
            <a:r>
              <a:rPr sz="1864" dirty="0">
                <a:solidFill>
                  <a:srgbClr val="333333"/>
                </a:solidFill>
                <a:latin typeface="Times New Roman"/>
                <a:cs typeface="Times New Roman"/>
              </a:rPr>
              <a:t>processes  Psychographic</a:t>
            </a:r>
            <a:r>
              <a:rPr sz="1864" spc="-133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64" dirty="0">
                <a:solidFill>
                  <a:srgbClr val="333333"/>
                </a:solidFill>
                <a:latin typeface="Times New Roman"/>
                <a:cs typeface="Times New Roman"/>
              </a:rPr>
              <a:t>variables</a:t>
            </a:r>
            <a:endParaRPr sz="1864" dirty="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23602" y="2183540"/>
            <a:ext cx="3162629" cy="1424874"/>
            <a:chOff x="1857692" y="1539176"/>
            <a:chExt cx="2374900" cy="1069975"/>
          </a:xfrm>
        </p:grpSpPr>
        <p:sp>
          <p:nvSpPr>
            <p:cNvPr id="9" name="object 9"/>
            <p:cNvSpPr/>
            <p:nvPr/>
          </p:nvSpPr>
          <p:spPr>
            <a:xfrm>
              <a:off x="1870709" y="1552193"/>
              <a:ext cx="2348865" cy="1043940"/>
            </a:xfrm>
            <a:custGeom>
              <a:avLst/>
              <a:gdLst/>
              <a:ahLst/>
              <a:cxnLst/>
              <a:rect l="l" t="t" r="r" b="b"/>
              <a:pathLst>
                <a:path w="2348865" h="1043939">
                  <a:moveTo>
                    <a:pt x="2174493" y="0"/>
                  </a:moveTo>
                  <a:lnTo>
                    <a:pt x="173989" y="0"/>
                  </a:lnTo>
                  <a:lnTo>
                    <a:pt x="127720" y="6211"/>
                  </a:lnTo>
                  <a:lnTo>
                    <a:pt x="86153" y="23744"/>
                  </a:lnTo>
                  <a:lnTo>
                    <a:pt x="50942" y="50942"/>
                  </a:lnTo>
                  <a:lnTo>
                    <a:pt x="23744" y="86153"/>
                  </a:lnTo>
                  <a:lnTo>
                    <a:pt x="6211" y="127720"/>
                  </a:lnTo>
                  <a:lnTo>
                    <a:pt x="0" y="173989"/>
                  </a:lnTo>
                  <a:lnTo>
                    <a:pt x="0" y="869949"/>
                  </a:lnTo>
                  <a:lnTo>
                    <a:pt x="6211" y="916219"/>
                  </a:lnTo>
                  <a:lnTo>
                    <a:pt x="23744" y="957786"/>
                  </a:lnTo>
                  <a:lnTo>
                    <a:pt x="50942" y="992997"/>
                  </a:lnTo>
                  <a:lnTo>
                    <a:pt x="86153" y="1020195"/>
                  </a:lnTo>
                  <a:lnTo>
                    <a:pt x="127720" y="1037728"/>
                  </a:lnTo>
                  <a:lnTo>
                    <a:pt x="173989" y="1043939"/>
                  </a:lnTo>
                  <a:lnTo>
                    <a:pt x="2174493" y="1043939"/>
                  </a:lnTo>
                  <a:lnTo>
                    <a:pt x="2220763" y="1037728"/>
                  </a:lnTo>
                  <a:lnTo>
                    <a:pt x="2262330" y="1020195"/>
                  </a:lnTo>
                  <a:lnTo>
                    <a:pt x="2297541" y="992997"/>
                  </a:lnTo>
                  <a:lnTo>
                    <a:pt x="2324739" y="957786"/>
                  </a:lnTo>
                  <a:lnTo>
                    <a:pt x="2342272" y="916219"/>
                  </a:lnTo>
                  <a:lnTo>
                    <a:pt x="2348484" y="869949"/>
                  </a:lnTo>
                  <a:lnTo>
                    <a:pt x="2348484" y="173989"/>
                  </a:lnTo>
                  <a:lnTo>
                    <a:pt x="2342272" y="127720"/>
                  </a:lnTo>
                  <a:lnTo>
                    <a:pt x="2324739" y="86153"/>
                  </a:lnTo>
                  <a:lnTo>
                    <a:pt x="2297541" y="50942"/>
                  </a:lnTo>
                  <a:lnTo>
                    <a:pt x="2262330" y="23744"/>
                  </a:lnTo>
                  <a:lnTo>
                    <a:pt x="2220763" y="6211"/>
                  </a:lnTo>
                  <a:lnTo>
                    <a:pt x="2174493" y="0"/>
                  </a:lnTo>
                  <a:close/>
                </a:path>
              </a:pathLst>
            </a:custGeom>
            <a:solidFill>
              <a:srgbClr val="D5D9D9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0" name="object 10"/>
            <p:cNvSpPr/>
            <p:nvPr/>
          </p:nvSpPr>
          <p:spPr>
            <a:xfrm>
              <a:off x="1870709" y="1552193"/>
              <a:ext cx="2348865" cy="1043940"/>
            </a:xfrm>
            <a:custGeom>
              <a:avLst/>
              <a:gdLst/>
              <a:ahLst/>
              <a:cxnLst/>
              <a:rect l="l" t="t" r="r" b="b"/>
              <a:pathLst>
                <a:path w="2348865" h="1043939">
                  <a:moveTo>
                    <a:pt x="0" y="173989"/>
                  </a:moveTo>
                  <a:lnTo>
                    <a:pt x="6211" y="127720"/>
                  </a:lnTo>
                  <a:lnTo>
                    <a:pt x="23744" y="86153"/>
                  </a:lnTo>
                  <a:lnTo>
                    <a:pt x="50942" y="50942"/>
                  </a:lnTo>
                  <a:lnTo>
                    <a:pt x="86153" y="23744"/>
                  </a:lnTo>
                  <a:lnTo>
                    <a:pt x="127720" y="6211"/>
                  </a:lnTo>
                  <a:lnTo>
                    <a:pt x="173989" y="0"/>
                  </a:lnTo>
                  <a:lnTo>
                    <a:pt x="2174493" y="0"/>
                  </a:lnTo>
                  <a:lnTo>
                    <a:pt x="2220763" y="6211"/>
                  </a:lnTo>
                  <a:lnTo>
                    <a:pt x="2262330" y="23744"/>
                  </a:lnTo>
                  <a:lnTo>
                    <a:pt x="2297541" y="50942"/>
                  </a:lnTo>
                  <a:lnTo>
                    <a:pt x="2324739" y="86153"/>
                  </a:lnTo>
                  <a:lnTo>
                    <a:pt x="2342272" y="127720"/>
                  </a:lnTo>
                  <a:lnTo>
                    <a:pt x="2348484" y="173989"/>
                  </a:lnTo>
                  <a:lnTo>
                    <a:pt x="2348484" y="869949"/>
                  </a:lnTo>
                  <a:lnTo>
                    <a:pt x="2342272" y="916219"/>
                  </a:lnTo>
                  <a:lnTo>
                    <a:pt x="2324739" y="957786"/>
                  </a:lnTo>
                  <a:lnTo>
                    <a:pt x="2297541" y="992997"/>
                  </a:lnTo>
                  <a:lnTo>
                    <a:pt x="2262330" y="1020195"/>
                  </a:lnTo>
                  <a:lnTo>
                    <a:pt x="2220763" y="1037728"/>
                  </a:lnTo>
                  <a:lnTo>
                    <a:pt x="2174493" y="1043939"/>
                  </a:lnTo>
                  <a:lnTo>
                    <a:pt x="173989" y="1043939"/>
                  </a:lnTo>
                  <a:lnTo>
                    <a:pt x="127720" y="1037728"/>
                  </a:lnTo>
                  <a:lnTo>
                    <a:pt x="86153" y="1020195"/>
                  </a:lnTo>
                  <a:lnTo>
                    <a:pt x="50942" y="992997"/>
                  </a:lnTo>
                  <a:lnTo>
                    <a:pt x="23744" y="957786"/>
                  </a:lnTo>
                  <a:lnTo>
                    <a:pt x="6211" y="916219"/>
                  </a:lnTo>
                  <a:lnTo>
                    <a:pt x="0" y="869949"/>
                  </a:lnTo>
                  <a:lnTo>
                    <a:pt x="0" y="173989"/>
                  </a:lnTo>
                  <a:close/>
                </a:path>
              </a:pathLst>
            </a:custGeom>
            <a:ln w="259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91899" y="2301842"/>
            <a:ext cx="1989750" cy="116542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 marR="6765" algn="ctr">
              <a:spcBef>
                <a:spcPts val="140"/>
              </a:spcBef>
            </a:pPr>
            <a:r>
              <a:rPr sz="1864" b="1" u="sng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Times New Roman"/>
                <a:cs typeface="Times New Roman"/>
              </a:rPr>
              <a:t>External</a:t>
            </a:r>
            <a:r>
              <a:rPr sz="1864" b="1" u="sng" spc="-140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64" b="1" u="sng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Times New Roman"/>
                <a:cs typeface="Times New Roman"/>
              </a:rPr>
              <a:t>influences </a:t>
            </a:r>
            <a:r>
              <a:rPr sz="1864" b="1" u="sng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64" dirty="0">
                <a:solidFill>
                  <a:srgbClr val="333333"/>
                </a:solidFill>
                <a:latin typeface="Times New Roman"/>
                <a:cs typeface="Times New Roman"/>
              </a:rPr>
              <a:t>Reference groups  Subcultures  Cultures</a:t>
            </a:r>
            <a:endParaRPr sz="1864" dirty="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70280" y="3786632"/>
            <a:ext cx="3160092" cy="2882728"/>
            <a:chOff x="1892744" y="2735516"/>
            <a:chExt cx="2372995" cy="2164715"/>
          </a:xfrm>
        </p:grpSpPr>
        <p:sp>
          <p:nvSpPr>
            <p:cNvPr id="13" name="object 13"/>
            <p:cNvSpPr/>
            <p:nvPr/>
          </p:nvSpPr>
          <p:spPr>
            <a:xfrm>
              <a:off x="1905762" y="2748533"/>
              <a:ext cx="2346960" cy="859790"/>
            </a:xfrm>
            <a:custGeom>
              <a:avLst/>
              <a:gdLst/>
              <a:ahLst/>
              <a:cxnLst/>
              <a:rect l="l" t="t" r="r" b="b"/>
              <a:pathLst>
                <a:path w="2346960" h="859789">
                  <a:moveTo>
                    <a:pt x="2203704" y="0"/>
                  </a:moveTo>
                  <a:lnTo>
                    <a:pt x="143256" y="0"/>
                  </a:lnTo>
                  <a:lnTo>
                    <a:pt x="97974" y="7303"/>
                  </a:lnTo>
                  <a:lnTo>
                    <a:pt x="58649" y="27639"/>
                  </a:lnTo>
                  <a:lnTo>
                    <a:pt x="27639" y="58649"/>
                  </a:lnTo>
                  <a:lnTo>
                    <a:pt x="7303" y="97974"/>
                  </a:lnTo>
                  <a:lnTo>
                    <a:pt x="0" y="143256"/>
                  </a:lnTo>
                  <a:lnTo>
                    <a:pt x="0" y="716279"/>
                  </a:lnTo>
                  <a:lnTo>
                    <a:pt x="7303" y="761561"/>
                  </a:lnTo>
                  <a:lnTo>
                    <a:pt x="27639" y="800886"/>
                  </a:lnTo>
                  <a:lnTo>
                    <a:pt x="58649" y="831896"/>
                  </a:lnTo>
                  <a:lnTo>
                    <a:pt x="97974" y="852232"/>
                  </a:lnTo>
                  <a:lnTo>
                    <a:pt x="143256" y="859535"/>
                  </a:lnTo>
                  <a:lnTo>
                    <a:pt x="2203704" y="859535"/>
                  </a:lnTo>
                  <a:lnTo>
                    <a:pt x="2248985" y="852232"/>
                  </a:lnTo>
                  <a:lnTo>
                    <a:pt x="2288310" y="831896"/>
                  </a:lnTo>
                  <a:lnTo>
                    <a:pt x="2319320" y="800886"/>
                  </a:lnTo>
                  <a:lnTo>
                    <a:pt x="2339656" y="761561"/>
                  </a:lnTo>
                  <a:lnTo>
                    <a:pt x="2346960" y="716279"/>
                  </a:lnTo>
                  <a:lnTo>
                    <a:pt x="2346960" y="143256"/>
                  </a:lnTo>
                  <a:lnTo>
                    <a:pt x="2339656" y="97974"/>
                  </a:lnTo>
                  <a:lnTo>
                    <a:pt x="2319320" y="58649"/>
                  </a:lnTo>
                  <a:lnTo>
                    <a:pt x="2288310" y="27639"/>
                  </a:lnTo>
                  <a:lnTo>
                    <a:pt x="2248985" y="7303"/>
                  </a:lnTo>
                  <a:lnTo>
                    <a:pt x="2203704" y="0"/>
                  </a:lnTo>
                  <a:close/>
                </a:path>
              </a:pathLst>
            </a:custGeom>
            <a:solidFill>
              <a:srgbClr val="D5D9D9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4" name="object 14"/>
            <p:cNvSpPr/>
            <p:nvPr/>
          </p:nvSpPr>
          <p:spPr>
            <a:xfrm>
              <a:off x="1905762" y="2748533"/>
              <a:ext cx="2346960" cy="859790"/>
            </a:xfrm>
            <a:custGeom>
              <a:avLst/>
              <a:gdLst/>
              <a:ahLst/>
              <a:cxnLst/>
              <a:rect l="l" t="t" r="r" b="b"/>
              <a:pathLst>
                <a:path w="2346960" h="859789">
                  <a:moveTo>
                    <a:pt x="0" y="143256"/>
                  </a:moveTo>
                  <a:lnTo>
                    <a:pt x="7303" y="97974"/>
                  </a:lnTo>
                  <a:lnTo>
                    <a:pt x="27639" y="58649"/>
                  </a:lnTo>
                  <a:lnTo>
                    <a:pt x="58649" y="27639"/>
                  </a:lnTo>
                  <a:lnTo>
                    <a:pt x="97974" y="7303"/>
                  </a:lnTo>
                  <a:lnTo>
                    <a:pt x="143256" y="0"/>
                  </a:lnTo>
                  <a:lnTo>
                    <a:pt x="2203704" y="0"/>
                  </a:lnTo>
                  <a:lnTo>
                    <a:pt x="2248985" y="7303"/>
                  </a:lnTo>
                  <a:lnTo>
                    <a:pt x="2288310" y="27639"/>
                  </a:lnTo>
                  <a:lnTo>
                    <a:pt x="2319320" y="58649"/>
                  </a:lnTo>
                  <a:lnTo>
                    <a:pt x="2339656" y="97974"/>
                  </a:lnTo>
                  <a:lnTo>
                    <a:pt x="2346960" y="143256"/>
                  </a:lnTo>
                  <a:lnTo>
                    <a:pt x="2346960" y="716279"/>
                  </a:lnTo>
                  <a:lnTo>
                    <a:pt x="2339656" y="761561"/>
                  </a:lnTo>
                  <a:lnTo>
                    <a:pt x="2319320" y="800886"/>
                  </a:lnTo>
                  <a:lnTo>
                    <a:pt x="2288310" y="831896"/>
                  </a:lnTo>
                  <a:lnTo>
                    <a:pt x="2248985" y="852232"/>
                  </a:lnTo>
                  <a:lnTo>
                    <a:pt x="2203704" y="859535"/>
                  </a:lnTo>
                  <a:lnTo>
                    <a:pt x="143256" y="859535"/>
                  </a:lnTo>
                  <a:lnTo>
                    <a:pt x="97974" y="852232"/>
                  </a:lnTo>
                  <a:lnTo>
                    <a:pt x="58649" y="831896"/>
                  </a:lnTo>
                  <a:lnTo>
                    <a:pt x="27639" y="800886"/>
                  </a:lnTo>
                  <a:lnTo>
                    <a:pt x="7303" y="761561"/>
                  </a:lnTo>
                  <a:lnTo>
                    <a:pt x="0" y="716279"/>
                  </a:lnTo>
                  <a:lnTo>
                    <a:pt x="0" y="143256"/>
                  </a:lnTo>
                  <a:close/>
                </a:path>
              </a:pathLst>
            </a:custGeom>
            <a:ln w="259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5" name="object 15"/>
            <p:cNvSpPr/>
            <p:nvPr/>
          </p:nvSpPr>
          <p:spPr>
            <a:xfrm>
              <a:off x="1905762" y="3699509"/>
              <a:ext cx="2346960" cy="1187450"/>
            </a:xfrm>
            <a:custGeom>
              <a:avLst/>
              <a:gdLst/>
              <a:ahLst/>
              <a:cxnLst/>
              <a:rect l="l" t="t" r="r" b="b"/>
              <a:pathLst>
                <a:path w="2346960" h="1187450">
                  <a:moveTo>
                    <a:pt x="2149093" y="0"/>
                  </a:moveTo>
                  <a:lnTo>
                    <a:pt x="197865" y="0"/>
                  </a:lnTo>
                  <a:lnTo>
                    <a:pt x="152515" y="5228"/>
                  </a:lnTo>
                  <a:lnTo>
                    <a:pt x="110875" y="20121"/>
                  </a:lnTo>
                  <a:lnTo>
                    <a:pt x="74135" y="43487"/>
                  </a:lnTo>
                  <a:lnTo>
                    <a:pt x="43487" y="74135"/>
                  </a:lnTo>
                  <a:lnTo>
                    <a:pt x="20121" y="110875"/>
                  </a:lnTo>
                  <a:lnTo>
                    <a:pt x="5228" y="152515"/>
                  </a:lnTo>
                  <a:lnTo>
                    <a:pt x="0" y="197865"/>
                  </a:lnTo>
                  <a:lnTo>
                    <a:pt x="0" y="989329"/>
                  </a:lnTo>
                  <a:lnTo>
                    <a:pt x="5228" y="1034696"/>
                  </a:lnTo>
                  <a:lnTo>
                    <a:pt x="20121" y="1076343"/>
                  </a:lnTo>
                  <a:lnTo>
                    <a:pt x="43487" y="1113081"/>
                  </a:lnTo>
                  <a:lnTo>
                    <a:pt x="74135" y="1143724"/>
                  </a:lnTo>
                  <a:lnTo>
                    <a:pt x="110875" y="1167083"/>
                  </a:lnTo>
                  <a:lnTo>
                    <a:pt x="152515" y="1181969"/>
                  </a:lnTo>
                  <a:lnTo>
                    <a:pt x="197865" y="1187195"/>
                  </a:lnTo>
                  <a:lnTo>
                    <a:pt x="2149093" y="1187195"/>
                  </a:lnTo>
                  <a:lnTo>
                    <a:pt x="2194444" y="1181969"/>
                  </a:lnTo>
                  <a:lnTo>
                    <a:pt x="2236084" y="1167083"/>
                  </a:lnTo>
                  <a:lnTo>
                    <a:pt x="2272824" y="1143724"/>
                  </a:lnTo>
                  <a:lnTo>
                    <a:pt x="2303472" y="1113081"/>
                  </a:lnTo>
                  <a:lnTo>
                    <a:pt x="2326838" y="1076343"/>
                  </a:lnTo>
                  <a:lnTo>
                    <a:pt x="2341731" y="1034696"/>
                  </a:lnTo>
                  <a:lnTo>
                    <a:pt x="2346960" y="989329"/>
                  </a:lnTo>
                  <a:lnTo>
                    <a:pt x="2346960" y="197865"/>
                  </a:lnTo>
                  <a:lnTo>
                    <a:pt x="2341731" y="152515"/>
                  </a:lnTo>
                  <a:lnTo>
                    <a:pt x="2326838" y="110875"/>
                  </a:lnTo>
                  <a:lnTo>
                    <a:pt x="2303472" y="74135"/>
                  </a:lnTo>
                  <a:lnTo>
                    <a:pt x="2272824" y="43487"/>
                  </a:lnTo>
                  <a:lnTo>
                    <a:pt x="2236084" y="20121"/>
                  </a:lnTo>
                  <a:lnTo>
                    <a:pt x="2194444" y="5228"/>
                  </a:lnTo>
                  <a:lnTo>
                    <a:pt x="2149093" y="0"/>
                  </a:lnTo>
                  <a:close/>
                </a:path>
              </a:pathLst>
            </a:custGeom>
            <a:solidFill>
              <a:srgbClr val="D5D9D9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6" name="object 16"/>
            <p:cNvSpPr/>
            <p:nvPr/>
          </p:nvSpPr>
          <p:spPr>
            <a:xfrm>
              <a:off x="1905762" y="3699509"/>
              <a:ext cx="2346960" cy="1187450"/>
            </a:xfrm>
            <a:custGeom>
              <a:avLst/>
              <a:gdLst/>
              <a:ahLst/>
              <a:cxnLst/>
              <a:rect l="l" t="t" r="r" b="b"/>
              <a:pathLst>
                <a:path w="2346960" h="1187450">
                  <a:moveTo>
                    <a:pt x="0" y="197865"/>
                  </a:moveTo>
                  <a:lnTo>
                    <a:pt x="5228" y="152515"/>
                  </a:lnTo>
                  <a:lnTo>
                    <a:pt x="20121" y="110875"/>
                  </a:lnTo>
                  <a:lnTo>
                    <a:pt x="43487" y="74135"/>
                  </a:lnTo>
                  <a:lnTo>
                    <a:pt x="74135" y="43487"/>
                  </a:lnTo>
                  <a:lnTo>
                    <a:pt x="110875" y="20121"/>
                  </a:lnTo>
                  <a:lnTo>
                    <a:pt x="152515" y="5228"/>
                  </a:lnTo>
                  <a:lnTo>
                    <a:pt x="197865" y="0"/>
                  </a:lnTo>
                  <a:lnTo>
                    <a:pt x="2149093" y="0"/>
                  </a:lnTo>
                  <a:lnTo>
                    <a:pt x="2194444" y="5228"/>
                  </a:lnTo>
                  <a:lnTo>
                    <a:pt x="2236084" y="20121"/>
                  </a:lnTo>
                  <a:lnTo>
                    <a:pt x="2272824" y="43487"/>
                  </a:lnTo>
                  <a:lnTo>
                    <a:pt x="2303472" y="74135"/>
                  </a:lnTo>
                  <a:lnTo>
                    <a:pt x="2326838" y="110875"/>
                  </a:lnTo>
                  <a:lnTo>
                    <a:pt x="2341731" y="152515"/>
                  </a:lnTo>
                  <a:lnTo>
                    <a:pt x="2346960" y="197865"/>
                  </a:lnTo>
                  <a:lnTo>
                    <a:pt x="2346960" y="989329"/>
                  </a:lnTo>
                  <a:lnTo>
                    <a:pt x="2341731" y="1034696"/>
                  </a:lnTo>
                  <a:lnTo>
                    <a:pt x="2326838" y="1076343"/>
                  </a:lnTo>
                  <a:lnTo>
                    <a:pt x="2303472" y="1113081"/>
                  </a:lnTo>
                  <a:lnTo>
                    <a:pt x="2272824" y="1143724"/>
                  </a:lnTo>
                  <a:lnTo>
                    <a:pt x="2236084" y="1167083"/>
                  </a:lnTo>
                  <a:lnTo>
                    <a:pt x="2194444" y="1181969"/>
                  </a:lnTo>
                  <a:lnTo>
                    <a:pt x="2149093" y="1187195"/>
                  </a:lnTo>
                  <a:lnTo>
                    <a:pt x="197865" y="1187195"/>
                  </a:lnTo>
                  <a:lnTo>
                    <a:pt x="152515" y="1181969"/>
                  </a:lnTo>
                  <a:lnTo>
                    <a:pt x="110875" y="1167083"/>
                  </a:lnTo>
                  <a:lnTo>
                    <a:pt x="74135" y="1143724"/>
                  </a:lnTo>
                  <a:lnTo>
                    <a:pt x="43487" y="1113081"/>
                  </a:lnTo>
                  <a:lnTo>
                    <a:pt x="20121" y="1076343"/>
                  </a:lnTo>
                  <a:lnTo>
                    <a:pt x="5228" y="1034696"/>
                  </a:lnTo>
                  <a:lnTo>
                    <a:pt x="0" y="989329"/>
                  </a:lnTo>
                  <a:lnTo>
                    <a:pt x="0" y="197865"/>
                  </a:lnTo>
                  <a:close/>
                </a:path>
              </a:pathLst>
            </a:custGeom>
            <a:ln w="259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342776" y="3782826"/>
            <a:ext cx="2413406" cy="283233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09086">
              <a:spcBef>
                <a:spcPts val="133"/>
              </a:spcBef>
            </a:pPr>
            <a:r>
              <a:rPr sz="1864" b="1" u="sng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Times New Roman"/>
                <a:cs typeface="Times New Roman"/>
              </a:rPr>
              <a:t>Contextual</a:t>
            </a:r>
            <a:r>
              <a:rPr sz="1864" b="1" u="sng" spc="-93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64" b="1" u="sng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Times New Roman"/>
                <a:cs typeface="Times New Roman"/>
              </a:rPr>
              <a:t>influences</a:t>
            </a:r>
            <a:endParaRPr sz="1864" u="sng" dirty="0">
              <a:latin typeface="Times New Roman"/>
              <a:cs typeface="Times New Roman"/>
            </a:endParaRPr>
          </a:p>
          <a:p>
            <a:pPr marL="920891" marR="577565" indent="-335715">
              <a:spcBef>
                <a:spcPts val="7"/>
              </a:spcBef>
            </a:pPr>
            <a:r>
              <a:rPr sz="1864" spc="-13" dirty="0">
                <a:solidFill>
                  <a:srgbClr val="333333"/>
                </a:solidFill>
                <a:latin typeface="Times New Roman"/>
                <a:cs typeface="Times New Roman"/>
              </a:rPr>
              <a:t>E</a:t>
            </a:r>
            <a:r>
              <a:rPr sz="1864" dirty="0">
                <a:solidFill>
                  <a:srgbClr val="333333"/>
                </a:solidFill>
                <a:latin typeface="Times New Roman"/>
                <a:cs typeface="Times New Roman"/>
              </a:rPr>
              <a:t>nvir</a:t>
            </a:r>
            <a:r>
              <a:rPr sz="1864" spc="7" dirty="0">
                <a:solidFill>
                  <a:srgbClr val="333333"/>
                </a:solidFill>
                <a:latin typeface="Times New Roman"/>
                <a:cs typeface="Times New Roman"/>
              </a:rPr>
              <a:t>o</a:t>
            </a:r>
            <a:r>
              <a:rPr sz="1864" spc="-13" dirty="0">
                <a:solidFill>
                  <a:srgbClr val="333333"/>
                </a:solidFill>
                <a:latin typeface="Times New Roman"/>
                <a:cs typeface="Times New Roman"/>
              </a:rPr>
              <a:t>n</a:t>
            </a:r>
            <a:r>
              <a:rPr sz="1864" spc="-33" dirty="0">
                <a:solidFill>
                  <a:srgbClr val="333333"/>
                </a:solidFill>
                <a:latin typeface="Times New Roman"/>
                <a:cs typeface="Times New Roman"/>
              </a:rPr>
              <a:t>m</a:t>
            </a:r>
            <a:r>
              <a:rPr sz="1864" dirty="0">
                <a:solidFill>
                  <a:srgbClr val="333333"/>
                </a:solidFill>
                <a:latin typeface="Times New Roman"/>
                <a:cs typeface="Times New Roman"/>
              </a:rPr>
              <a:t>e</a:t>
            </a:r>
            <a:r>
              <a:rPr sz="1864" spc="7" dirty="0">
                <a:solidFill>
                  <a:srgbClr val="333333"/>
                </a:solidFill>
                <a:latin typeface="Times New Roman"/>
                <a:cs typeface="Times New Roman"/>
              </a:rPr>
              <a:t>n</a:t>
            </a:r>
            <a:r>
              <a:rPr sz="1864" dirty="0">
                <a:solidFill>
                  <a:srgbClr val="333333"/>
                </a:solidFill>
                <a:latin typeface="Times New Roman"/>
                <a:cs typeface="Times New Roman"/>
              </a:rPr>
              <a:t>t  </a:t>
            </a:r>
            <a:r>
              <a:rPr sz="1864" spc="-27" dirty="0">
                <a:solidFill>
                  <a:srgbClr val="333333"/>
                </a:solidFill>
                <a:latin typeface="Times New Roman"/>
                <a:cs typeface="Times New Roman"/>
              </a:rPr>
              <a:t>Time  </a:t>
            </a:r>
            <a:r>
              <a:rPr sz="1864" dirty="0">
                <a:solidFill>
                  <a:srgbClr val="333333"/>
                </a:solidFill>
                <a:latin typeface="Times New Roman"/>
                <a:cs typeface="Times New Roman"/>
              </a:rPr>
              <a:t>Mood</a:t>
            </a:r>
            <a:endParaRPr sz="1864" dirty="0">
              <a:latin typeface="Times New Roman"/>
              <a:cs typeface="Times New Roman"/>
            </a:endParaRPr>
          </a:p>
          <a:p>
            <a:pPr marL="16913" marR="6765" algn="ctr">
              <a:spcBef>
                <a:spcPts val="1478"/>
              </a:spcBef>
            </a:pPr>
            <a:r>
              <a:rPr sz="1598" b="1" u="sng" spc="-7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Times New Roman"/>
                <a:cs typeface="Times New Roman"/>
              </a:rPr>
              <a:t>Influences </a:t>
            </a:r>
            <a:r>
              <a:rPr sz="1598" b="1" u="sng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Times New Roman"/>
                <a:cs typeface="Times New Roman"/>
              </a:rPr>
              <a:t>of </a:t>
            </a:r>
            <a:r>
              <a:rPr sz="1598" b="1" u="sng" spc="-7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1598" b="1" u="sng" spc="-67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598" b="1" u="sng" spc="-7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Times New Roman"/>
                <a:cs typeface="Times New Roman"/>
              </a:rPr>
              <a:t>marketing </a:t>
            </a:r>
            <a:r>
              <a:rPr sz="1598" b="1" u="sng" spc="-7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598" b="1" u="sng" spc="-13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Times New Roman"/>
                <a:cs typeface="Times New Roman"/>
              </a:rPr>
              <a:t>mix</a:t>
            </a:r>
            <a:endParaRPr sz="1598" u="sng" dirty="0">
              <a:latin typeface="Times New Roman"/>
              <a:cs typeface="Times New Roman"/>
            </a:endParaRPr>
          </a:p>
          <a:p>
            <a:pPr marL="715403" marR="705255" indent="1691" algn="ctr"/>
            <a:r>
              <a:rPr sz="1598" spc="-7" dirty="0">
                <a:solidFill>
                  <a:srgbClr val="333333"/>
                </a:solidFill>
                <a:latin typeface="Times New Roman"/>
                <a:cs typeface="Times New Roman"/>
              </a:rPr>
              <a:t>Product  Price  Dist</a:t>
            </a:r>
            <a:r>
              <a:rPr sz="1598" dirty="0">
                <a:solidFill>
                  <a:srgbClr val="333333"/>
                </a:solidFill>
                <a:latin typeface="Times New Roman"/>
                <a:cs typeface="Times New Roman"/>
              </a:rPr>
              <a:t>ribution</a:t>
            </a:r>
            <a:endParaRPr sz="1598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598" spc="-7" dirty="0">
                <a:solidFill>
                  <a:srgbClr val="333333"/>
                </a:solidFill>
                <a:latin typeface="Times New Roman"/>
                <a:cs typeface="Times New Roman"/>
              </a:rPr>
              <a:t>Marketing</a:t>
            </a:r>
            <a:r>
              <a:rPr sz="1598" spc="13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598" spc="-7" dirty="0">
                <a:solidFill>
                  <a:srgbClr val="333333"/>
                </a:solidFill>
                <a:latin typeface="Times New Roman"/>
                <a:cs typeface="Times New Roman"/>
              </a:rPr>
              <a:t>communication</a:t>
            </a:r>
            <a:endParaRPr sz="1598" dirty="0">
              <a:latin typeface="Times New Roman"/>
              <a:cs typeface="Times New Roman"/>
            </a:endParaRPr>
          </a:p>
        </p:txBody>
      </p:sp>
      <p:graphicFrame>
        <p:nvGraphicFramePr>
          <p:cNvPr id="24" name="Content Placeholder 3">
            <a:extLst>
              <a:ext uri="{FF2B5EF4-FFF2-40B4-BE49-F238E27FC236}">
                <a16:creationId xmlns:a16="http://schemas.microsoft.com/office/drawing/2014/main" id="{C5542404-493A-4308-9453-8CB0143E45D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384032" y="1700809"/>
          <a:ext cx="5544616" cy="43269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7" name="Right Brace 26">
            <a:extLst>
              <a:ext uri="{FF2B5EF4-FFF2-40B4-BE49-F238E27FC236}">
                <a16:creationId xmlns:a16="http://schemas.microsoft.com/office/drawing/2014/main" id="{3DB3D3F9-2967-4330-AD66-AC411383E470}"/>
              </a:ext>
            </a:extLst>
          </p:cNvPr>
          <p:cNvSpPr/>
          <p:nvPr/>
        </p:nvSpPr>
        <p:spPr>
          <a:xfrm>
            <a:off x="4094290" y="764705"/>
            <a:ext cx="1868577" cy="5472608"/>
          </a:xfrm>
          <a:prstGeom prst="rightBrace">
            <a:avLst>
              <a:gd name="adj1" fmla="val 8333"/>
              <a:gd name="adj2" fmla="val 50562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3C73A-754F-4617-8B07-D2A10F1B5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650" y="634029"/>
            <a:ext cx="3355068" cy="37328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100" cap="all" dirty="0"/>
              <a:t>Marketing strategy: the “</a:t>
            </a:r>
            <a:r>
              <a:rPr lang="en-US" sz="4100" cap="all" dirty="0" err="1"/>
              <a:t>STP</a:t>
            </a:r>
            <a:r>
              <a:rPr lang="en-US" sz="4100" cap="all" dirty="0"/>
              <a:t>”</a:t>
            </a:r>
          </a:p>
        </p:txBody>
      </p:sp>
      <p:pic>
        <p:nvPicPr>
          <p:cNvPr id="9" name="Content Placeholder 8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5BFD8651-A63B-40E9-A0E9-DB45870CBD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252" y="2199026"/>
            <a:ext cx="5657749" cy="265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4425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CE52D-BFE6-4838-8FE5-61F5E2D85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50" y="404664"/>
            <a:ext cx="9598700" cy="148590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variables 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3FED69F-8F3D-4F89-A337-B4993346491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20471" y="1556792"/>
          <a:ext cx="10636170" cy="4896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900561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D3E5D-EA11-4915-9F5F-F11AD20BB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7689" y="285184"/>
            <a:ext cx="7441455" cy="116512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How &amp; Why to Segment?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7D173-9A84-4587-8B72-21A59BA88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2" y="1450310"/>
            <a:ext cx="5470794" cy="4968552"/>
          </a:xfrm>
        </p:spPr>
        <p:txBody>
          <a:bodyPr>
            <a:normAutofit/>
          </a:bodyPr>
          <a:lstStyle/>
          <a:p>
            <a:r>
              <a:rPr lang="en-US" sz="2000" dirty="0"/>
              <a:t>Divide the market into submarkets</a:t>
            </a:r>
          </a:p>
          <a:p>
            <a:r>
              <a:rPr lang="en-US" sz="2000" dirty="0"/>
              <a:t>Homogeneous customers (in  some attributes) within same group</a:t>
            </a:r>
          </a:p>
          <a:p>
            <a:r>
              <a:rPr lang="en-US" sz="2000" dirty="0"/>
              <a:t>Groups should be different from each other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Make sure factors that are  shared within a group of  consumers affect their  consumption behaviors!</a:t>
            </a:r>
          </a:p>
          <a:p>
            <a:pPr marL="0" indent="0">
              <a:buNone/>
            </a:pPr>
            <a:endParaRPr lang="en-US" sz="1000" dirty="0"/>
          </a:p>
          <a:p>
            <a:endParaRPr lang="en-US" sz="1000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9838F62B-DF1B-4780-B54F-846BDF6445A9}"/>
              </a:ext>
            </a:extLst>
          </p:cNvPr>
          <p:cNvSpPr/>
          <p:nvPr/>
        </p:nvSpPr>
        <p:spPr>
          <a:xfrm>
            <a:off x="6816080" y="1628800"/>
            <a:ext cx="5009388" cy="40408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75384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8E694-BD1E-4E53-B694-98BBC39AA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231" y="209939"/>
            <a:ext cx="10490791" cy="14859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Targeting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1075C-4F38-4B88-A3A4-D851472C9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417" y="1628800"/>
            <a:ext cx="5572143" cy="5112568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Targeting a market segment  means selecting exactly  where the business wants to  compete. It normally selects  an area in which a firm has  the best chance of  succeeding.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Why target?</a:t>
            </a:r>
          </a:p>
          <a:p>
            <a:endParaRPr lang="en-US" sz="2000" dirty="0"/>
          </a:p>
          <a:p>
            <a:pPr lvl="1"/>
            <a:r>
              <a:rPr lang="en-US" dirty="0"/>
              <a:t>Targeting is about a decision: concerning which segments to choose and how much to adapt marketing mix components to these segments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Marketing Mix: Products, Price, Distribution and Marketing Communication</a:t>
            </a:r>
          </a:p>
          <a:p>
            <a:endParaRPr lang="en-US" sz="1400" dirty="0"/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DB8F1DEC-2564-4304-ABA2-8BBD842A03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33" r="18693" b="-1"/>
          <a:stretch/>
        </p:blipFill>
        <p:spPr>
          <a:xfrm>
            <a:off x="6888089" y="2564904"/>
            <a:ext cx="5104115" cy="287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0232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1694" y="554977"/>
            <a:ext cx="5500461" cy="683003"/>
          </a:xfrm>
          <a:prstGeom prst="rect">
            <a:avLst/>
          </a:prstGeom>
        </p:spPr>
        <p:txBody>
          <a:bodyPr vert="horz" wrap="square" lIns="0" tIns="12062" rIns="0" bIns="0" rtlCol="0" anchor="t">
            <a:spAutoFit/>
          </a:bodyPr>
          <a:lstStyle/>
          <a:p>
            <a:pPr marL="12696" algn="ctr">
              <a:lnSpc>
                <a:spcPct val="100000"/>
              </a:lnSpc>
              <a:spcBef>
                <a:spcPts val="95"/>
              </a:spcBef>
            </a:pPr>
            <a:r>
              <a:rPr spc="140" dirty="0"/>
              <a:t>TARGETING</a:t>
            </a:r>
          </a:p>
        </p:txBody>
      </p:sp>
      <p:sp>
        <p:nvSpPr>
          <p:cNvPr id="3" name="object 3"/>
          <p:cNvSpPr/>
          <p:nvPr/>
        </p:nvSpPr>
        <p:spPr>
          <a:xfrm>
            <a:off x="4896162" y="3283496"/>
            <a:ext cx="2627454" cy="2626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4" name="object 4"/>
          <p:cNvSpPr txBox="1"/>
          <p:nvPr/>
        </p:nvSpPr>
        <p:spPr>
          <a:xfrm>
            <a:off x="5382192" y="4334021"/>
            <a:ext cx="1659457" cy="452637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799" spc="-10" dirty="0">
                <a:latin typeface="Gill Sans MT"/>
                <a:cs typeface="Gill Sans MT"/>
              </a:rPr>
              <a:t>Profitability</a:t>
            </a:r>
            <a:endParaRPr sz="2799">
              <a:latin typeface="Gill Sans MT"/>
              <a:cs typeface="Gill Sans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58779" y="2175836"/>
            <a:ext cx="1902980" cy="13141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6" name="object 6"/>
          <p:cNvSpPr txBox="1"/>
          <p:nvPr/>
        </p:nvSpPr>
        <p:spPr>
          <a:xfrm>
            <a:off x="1331694" y="1496818"/>
            <a:ext cx="8436714" cy="1528236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799" spc="-5" dirty="0">
                <a:solidFill>
                  <a:srgbClr val="585858"/>
                </a:solidFill>
                <a:latin typeface="Gill Sans MT"/>
                <a:cs typeface="Gill Sans MT"/>
              </a:rPr>
              <a:t>Factors </a:t>
            </a:r>
            <a:r>
              <a:rPr lang="en-CA" sz="2799" spc="-10" dirty="0">
                <a:solidFill>
                  <a:srgbClr val="585858"/>
                </a:solidFill>
                <a:latin typeface="Gill Sans MT"/>
                <a:cs typeface="Gill Sans MT"/>
              </a:rPr>
              <a:t>to consider</a:t>
            </a:r>
            <a:r>
              <a:rPr sz="2799" spc="-10" dirty="0">
                <a:solidFill>
                  <a:srgbClr val="585858"/>
                </a:solidFill>
                <a:latin typeface="Gill Sans MT"/>
                <a:cs typeface="Gill Sans MT"/>
              </a:rPr>
              <a:t> </a:t>
            </a:r>
            <a:r>
              <a:rPr sz="2799" spc="-5" dirty="0">
                <a:solidFill>
                  <a:srgbClr val="585858"/>
                </a:solidFill>
                <a:latin typeface="Gill Sans MT"/>
                <a:cs typeface="Gill Sans MT"/>
              </a:rPr>
              <a:t>when </a:t>
            </a:r>
            <a:r>
              <a:rPr sz="2799" dirty="0">
                <a:solidFill>
                  <a:srgbClr val="585858"/>
                </a:solidFill>
                <a:latin typeface="Gill Sans MT"/>
                <a:cs typeface="Gill Sans MT"/>
              </a:rPr>
              <a:t>selecting segments </a:t>
            </a:r>
            <a:r>
              <a:rPr sz="2799" spc="-10" dirty="0">
                <a:solidFill>
                  <a:srgbClr val="585858"/>
                </a:solidFill>
                <a:latin typeface="Gill Sans MT"/>
                <a:cs typeface="Gill Sans MT"/>
              </a:rPr>
              <a:t>for</a:t>
            </a:r>
            <a:r>
              <a:rPr sz="2799" spc="-85" dirty="0">
                <a:solidFill>
                  <a:srgbClr val="585858"/>
                </a:solidFill>
                <a:latin typeface="Gill Sans MT"/>
                <a:cs typeface="Gill Sans MT"/>
              </a:rPr>
              <a:t> </a:t>
            </a:r>
            <a:r>
              <a:rPr sz="2799" dirty="0">
                <a:solidFill>
                  <a:srgbClr val="585858"/>
                </a:solidFill>
                <a:latin typeface="Gill Sans MT"/>
                <a:cs typeface="Gill Sans MT"/>
              </a:rPr>
              <a:t>targeting</a:t>
            </a:r>
            <a:endParaRPr sz="2799" dirty="0">
              <a:latin typeface="Gill Sans MT"/>
              <a:cs typeface="Gill Sans MT"/>
            </a:endParaRPr>
          </a:p>
          <a:p>
            <a:pPr>
              <a:spcBef>
                <a:spcPts val="25"/>
              </a:spcBef>
            </a:pPr>
            <a:endParaRPr sz="4649" dirty="0">
              <a:latin typeface="Times New Roman"/>
              <a:cs typeface="Times New Roman"/>
            </a:endParaRPr>
          </a:p>
          <a:p>
            <a:pPr marL="1459427" algn="ctr"/>
            <a:r>
              <a:rPr sz="2399" dirty="0">
                <a:latin typeface="Gill Sans MT"/>
                <a:cs typeface="Gill Sans MT"/>
              </a:rPr>
              <a:t>Size</a:t>
            </a:r>
          </a:p>
        </p:txBody>
      </p:sp>
      <p:sp>
        <p:nvSpPr>
          <p:cNvPr id="7" name="object 7"/>
          <p:cNvSpPr/>
          <p:nvPr/>
        </p:nvSpPr>
        <p:spPr>
          <a:xfrm>
            <a:off x="7139668" y="3590503"/>
            <a:ext cx="1902980" cy="13141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8" name="object 8"/>
          <p:cNvSpPr txBox="1"/>
          <p:nvPr/>
        </p:nvSpPr>
        <p:spPr>
          <a:xfrm>
            <a:off x="7591163" y="4020157"/>
            <a:ext cx="100240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" dirty="0">
                <a:latin typeface="Gill Sans MT"/>
                <a:cs typeface="Gill Sans MT"/>
              </a:rPr>
              <a:t>G</a:t>
            </a:r>
            <a:r>
              <a:rPr sz="2399" spc="-65" dirty="0">
                <a:latin typeface="Gill Sans MT"/>
                <a:cs typeface="Gill Sans MT"/>
              </a:rPr>
              <a:t>r</a:t>
            </a:r>
            <a:r>
              <a:rPr sz="2399" spc="-25" dirty="0">
                <a:latin typeface="Gill Sans MT"/>
                <a:cs typeface="Gill Sans MT"/>
              </a:rPr>
              <a:t>o</a:t>
            </a:r>
            <a:r>
              <a:rPr sz="2399" spc="-5" dirty="0">
                <a:latin typeface="Gill Sans MT"/>
                <a:cs typeface="Gill Sans MT"/>
              </a:rPr>
              <a:t>wth</a:t>
            </a:r>
            <a:endParaRPr sz="2399">
              <a:latin typeface="Gill Sans MT"/>
              <a:cs typeface="Gill Sans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18799" y="5321316"/>
            <a:ext cx="1902980" cy="131486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0" name="object 10"/>
          <p:cNvSpPr txBox="1"/>
          <p:nvPr/>
        </p:nvSpPr>
        <p:spPr>
          <a:xfrm>
            <a:off x="6832154" y="5788045"/>
            <a:ext cx="1279192" cy="330114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/>
          <a:p>
            <a:pPr marL="12696">
              <a:spcBef>
                <a:spcPts val="95"/>
              </a:spcBef>
            </a:pPr>
            <a:r>
              <a:rPr sz="1999" spc="-5" dirty="0">
                <a:latin typeface="Gill Sans MT"/>
                <a:cs typeface="Gill Sans MT"/>
              </a:rPr>
              <a:t>Accessibility</a:t>
            </a:r>
            <a:endParaRPr sz="1999">
              <a:latin typeface="Gill Sans MT"/>
              <a:cs typeface="Gill Sans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042944" y="5321316"/>
            <a:ext cx="1902980" cy="131486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2" name="object 12"/>
          <p:cNvSpPr txBox="1"/>
          <p:nvPr/>
        </p:nvSpPr>
        <p:spPr>
          <a:xfrm>
            <a:off x="4346142" y="5655492"/>
            <a:ext cx="1298237" cy="595475"/>
          </a:xfrm>
          <a:prstGeom prst="rect">
            <a:avLst/>
          </a:prstGeom>
        </p:spPr>
        <p:txBody>
          <a:bodyPr vert="horz" wrap="square" lIns="0" tIns="53961" rIns="0" bIns="0" rtlCol="0">
            <a:spAutoFit/>
          </a:bodyPr>
          <a:lstStyle/>
          <a:p>
            <a:pPr marL="208852" marR="5078" indent="-196791">
              <a:lnSpc>
                <a:spcPts val="2089"/>
              </a:lnSpc>
              <a:spcBef>
                <a:spcPts val="425"/>
              </a:spcBef>
            </a:pPr>
            <a:r>
              <a:rPr sz="1999" spc="-5" dirty="0">
                <a:latin typeface="Gill Sans MT"/>
                <a:cs typeface="Gill Sans MT"/>
              </a:rPr>
              <a:t>Com</a:t>
            </a:r>
            <a:r>
              <a:rPr sz="1999" dirty="0">
                <a:latin typeface="Gill Sans MT"/>
                <a:cs typeface="Gill Sans MT"/>
              </a:rPr>
              <a:t>p</a:t>
            </a:r>
            <a:r>
              <a:rPr sz="1999" spc="-5" dirty="0">
                <a:latin typeface="Gill Sans MT"/>
                <a:cs typeface="Gill Sans MT"/>
              </a:rPr>
              <a:t>etiti</a:t>
            </a:r>
            <a:r>
              <a:rPr sz="1999" spc="-45" dirty="0">
                <a:latin typeface="Gill Sans MT"/>
                <a:cs typeface="Gill Sans MT"/>
              </a:rPr>
              <a:t>v</a:t>
            </a:r>
            <a:r>
              <a:rPr sz="1999" spc="-5" dirty="0">
                <a:latin typeface="Gill Sans MT"/>
                <a:cs typeface="Gill Sans MT"/>
              </a:rPr>
              <a:t>e  situation</a:t>
            </a:r>
            <a:endParaRPr sz="1999">
              <a:latin typeface="Gill Sans MT"/>
              <a:cs typeface="Gill Sans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11410" y="3590503"/>
            <a:ext cx="1902980" cy="131410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4" name="object 14"/>
          <p:cNvSpPr txBox="1"/>
          <p:nvPr/>
        </p:nvSpPr>
        <p:spPr>
          <a:xfrm>
            <a:off x="3787233" y="3861195"/>
            <a:ext cx="1152860" cy="709745"/>
          </a:xfrm>
          <a:prstGeom prst="rect">
            <a:avLst/>
          </a:prstGeom>
        </p:spPr>
        <p:txBody>
          <a:bodyPr vert="horz" wrap="square" lIns="0" tIns="62214" rIns="0" bIns="0" rtlCol="0">
            <a:spAutoFit/>
          </a:bodyPr>
          <a:lstStyle/>
          <a:p>
            <a:pPr marL="316135" marR="5078" indent="-304074">
              <a:lnSpc>
                <a:spcPts val="2509"/>
              </a:lnSpc>
              <a:spcBef>
                <a:spcPts val="490"/>
              </a:spcBef>
            </a:pPr>
            <a:r>
              <a:rPr sz="2399" dirty="0">
                <a:latin typeface="Gill Sans MT"/>
                <a:cs typeface="Gill Sans MT"/>
              </a:rPr>
              <a:t>Ad</a:t>
            </a:r>
            <a:r>
              <a:rPr sz="2399" spc="-25" dirty="0">
                <a:latin typeface="Gill Sans MT"/>
                <a:cs typeface="Gill Sans MT"/>
              </a:rPr>
              <a:t>a</a:t>
            </a:r>
            <a:r>
              <a:rPr sz="2399" dirty="0">
                <a:latin typeface="Gill Sans MT"/>
                <a:cs typeface="Gill Sans MT"/>
              </a:rPr>
              <a:t>ption  cost</a:t>
            </a:r>
            <a:endParaRPr sz="2399">
              <a:latin typeface="Gill Sans MT"/>
              <a:cs typeface="Gill Sans M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847DD4-6072-430A-95CE-05C89BB2533F}"/>
              </a:ext>
            </a:extLst>
          </p:cNvPr>
          <p:cNvSpPr txBox="1"/>
          <p:nvPr/>
        </p:nvSpPr>
        <p:spPr>
          <a:xfrm>
            <a:off x="8966360" y="5448523"/>
            <a:ext cx="3024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there an economical way of reaching the target segment via distribution &amp; promotion?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3E6F8E2-2B76-4980-8D1B-8D79C6F545B0}"/>
              </a:ext>
            </a:extLst>
          </p:cNvPr>
          <p:cNvCxnSpPr>
            <a:stCxn id="9" idx="3"/>
            <a:endCxn id="15" idx="1"/>
          </p:cNvCxnSpPr>
          <p:nvPr/>
        </p:nvCxnSpPr>
        <p:spPr>
          <a:xfrm flipV="1">
            <a:off x="8421780" y="5910188"/>
            <a:ext cx="544581" cy="68562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DF8CC1F-AF59-4458-B823-C080D2E211F0}"/>
              </a:ext>
            </a:extLst>
          </p:cNvPr>
          <p:cNvCxnSpPr/>
          <p:nvPr/>
        </p:nvCxnSpPr>
        <p:spPr>
          <a:xfrm flipH="1">
            <a:off x="11918606" y="6525344"/>
            <a:ext cx="10043" cy="34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69D5625-14A6-4C62-ABBC-FADD24FDC47D}"/>
              </a:ext>
            </a:extLst>
          </p:cNvPr>
          <p:cNvSpPr txBox="1"/>
          <p:nvPr/>
        </p:nvSpPr>
        <p:spPr>
          <a:xfrm>
            <a:off x="756183" y="5435856"/>
            <a:ext cx="3024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May be better to stay in a small market with few competitors than a big market with many competitors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FF5445A-CB1B-46E7-9CA6-3AFD6D304203}"/>
              </a:ext>
            </a:extLst>
          </p:cNvPr>
          <p:cNvCxnSpPr>
            <a:stCxn id="11" idx="1"/>
            <a:endCxn id="20" idx="3"/>
          </p:cNvCxnSpPr>
          <p:nvPr/>
        </p:nvCxnSpPr>
        <p:spPr>
          <a:xfrm flipH="1">
            <a:off x="3780520" y="5978750"/>
            <a:ext cx="262425" cy="5727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C22B946-31EB-4211-A371-550F2CA6E5D6}"/>
              </a:ext>
            </a:extLst>
          </p:cNvPr>
          <p:cNvSpPr txBox="1"/>
          <p:nvPr/>
        </p:nvSpPr>
        <p:spPr>
          <a:xfrm>
            <a:off x="752095" y="3266094"/>
            <a:ext cx="22850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the costs to adapt one or more marketing mix for the target segment? </a:t>
            </a:r>
          </a:p>
          <a:p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9075521-785F-490D-AAE2-F44E17FCD296}"/>
              </a:ext>
            </a:extLst>
          </p:cNvPr>
          <p:cNvCxnSpPr>
            <a:stCxn id="13" idx="1"/>
            <a:endCxn id="24" idx="3"/>
          </p:cNvCxnSpPr>
          <p:nvPr/>
        </p:nvCxnSpPr>
        <p:spPr>
          <a:xfrm flipH="1" flipV="1">
            <a:off x="3037114" y="4004758"/>
            <a:ext cx="374297" cy="24279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E7A355-CE7D-42B5-904F-A253C151D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Types of Targeting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7F797-498A-424D-95D0-B53869F9C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lvl="0"/>
            <a:r>
              <a:rPr lang="en-US" sz="2000" dirty="0"/>
              <a:t>Mass Marketing</a:t>
            </a:r>
          </a:p>
          <a:p>
            <a:pPr lvl="0"/>
            <a:r>
              <a:rPr lang="en-US" sz="2000" dirty="0"/>
              <a:t>Segment Marketing</a:t>
            </a:r>
          </a:p>
          <a:p>
            <a:pPr lvl="1"/>
            <a:r>
              <a:rPr lang="en-US" sz="2000" b="1" dirty="0"/>
              <a:t>Concentrated segmentation</a:t>
            </a:r>
          </a:p>
          <a:p>
            <a:pPr lvl="1"/>
            <a:r>
              <a:rPr lang="en-US" sz="2000" b="1" dirty="0"/>
              <a:t>Comprehensive segmentation</a:t>
            </a:r>
          </a:p>
          <a:p>
            <a:pPr lvl="1"/>
            <a:r>
              <a:rPr lang="en-US" sz="2000" b="1" dirty="0"/>
              <a:t>Broad segmentation</a:t>
            </a:r>
            <a:endParaRPr lang="en-US" sz="2000" dirty="0"/>
          </a:p>
          <a:p>
            <a:pPr lvl="0"/>
            <a:r>
              <a:rPr lang="en-US" sz="2000" dirty="0"/>
              <a:t>Niche Marketing</a:t>
            </a:r>
          </a:p>
          <a:p>
            <a:pPr lvl="0"/>
            <a:r>
              <a:rPr lang="en-US" sz="2000" dirty="0"/>
              <a:t>Personalized Marketing</a:t>
            </a:r>
          </a:p>
          <a:p>
            <a:endParaRPr lang="en-US" sz="2000" dirty="0"/>
          </a:p>
        </p:txBody>
      </p:sp>
      <p:pic>
        <p:nvPicPr>
          <p:cNvPr id="5" name="Picture 4" descr="Blue arrows pointing at a red button">
            <a:extLst>
              <a:ext uri="{FF2B5EF4-FFF2-40B4-BE49-F238E27FC236}">
                <a16:creationId xmlns:a16="http://schemas.microsoft.com/office/drawing/2014/main" id="{982F782E-FDE1-D564-0822-4F6B58F5DE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487" r="16112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9724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956DD-168C-466D-BC99-F03613488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Positioning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BB762-596E-4255-98DC-40B51F523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/>
              <a:t>Refers to the place that the brand or business occupies, or wishes to occupy emotionally and cognitively, namely, </a:t>
            </a:r>
            <a:r>
              <a:rPr lang="en-US" sz="2000" b="1" i="1"/>
              <a:t>in the hearts and minds of customers</a:t>
            </a:r>
            <a:r>
              <a:rPr lang="en-US" sz="2000"/>
              <a:t> in relation to competing brands or businesses</a:t>
            </a:r>
          </a:p>
          <a:p>
            <a:pPr lvl="1"/>
            <a:r>
              <a:rPr lang="en-US" sz="2000"/>
              <a:t>Concerns identity, image &amp; personality of a brand/business</a:t>
            </a:r>
          </a:p>
          <a:p>
            <a:pPr lvl="1"/>
            <a:endParaRPr lang="en-US" sz="2000"/>
          </a:p>
          <a:p>
            <a:pPr lvl="1"/>
            <a:endParaRPr lang="en-US" sz="2000"/>
          </a:p>
          <a:p>
            <a:pPr marL="0" indent="0">
              <a:buNone/>
            </a:pPr>
            <a:endParaRPr lang="en-US" sz="2000"/>
          </a:p>
          <a:p>
            <a:endParaRPr lang="en-US" sz="2000"/>
          </a:p>
        </p:txBody>
      </p:sp>
      <p:pic>
        <p:nvPicPr>
          <p:cNvPr id="5" name="Picture 4" descr="Many question marks on black background">
            <a:extLst>
              <a:ext uri="{FF2B5EF4-FFF2-40B4-BE49-F238E27FC236}">
                <a16:creationId xmlns:a16="http://schemas.microsoft.com/office/drawing/2014/main" id="{47123B54-1303-1FF8-2B54-18107EC6E4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716" r="2" b="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1485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8B501-4621-FE49-82F3-E17D76453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001" y="67726"/>
            <a:ext cx="10911832" cy="992983"/>
          </a:xfrm>
          <a:noFill/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‘Process’ of Positioning</a:t>
            </a:r>
          </a:p>
        </p:txBody>
      </p:sp>
      <p:grpSp>
        <p:nvGrpSpPr>
          <p:cNvPr id="6" name="Grouper 4"/>
          <p:cNvGrpSpPr/>
          <p:nvPr/>
        </p:nvGrpSpPr>
        <p:grpSpPr>
          <a:xfrm>
            <a:off x="2386534" y="1165831"/>
            <a:ext cx="8474787" cy="5362290"/>
            <a:chOff x="72008" y="836712"/>
            <a:chExt cx="3707904" cy="5949280"/>
          </a:xfrm>
        </p:grpSpPr>
        <p:sp>
          <p:nvSpPr>
            <p:cNvPr id="7" name="Rectangle 6"/>
            <p:cNvSpPr/>
            <p:nvPr>
              <p:custDataLst>
                <p:tags r:id="rId1"/>
              </p:custDataLst>
            </p:nvPr>
          </p:nvSpPr>
          <p:spPr>
            <a:xfrm>
              <a:off x="179513" y="2636911"/>
              <a:ext cx="1656183" cy="1728193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666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Perceptions towards brand’s </a:t>
              </a:r>
              <a:r>
                <a:rPr lang="en-CA" sz="2666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ATTRIBUTES</a:t>
              </a:r>
            </a:p>
          </p:txBody>
        </p:sp>
        <p:sp>
          <p:nvSpPr>
            <p:cNvPr id="8" name="Rectangle 7"/>
            <p:cNvSpPr/>
            <p:nvPr>
              <p:custDataLst>
                <p:tags r:id="rId2"/>
              </p:custDataLst>
            </p:nvPr>
          </p:nvSpPr>
          <p:spPr>
            <a:xfrm>
              <a:off x="72008" y="836712"/>
              <a:ext cx="3707904" cy="5949280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2399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/>
            <p:cNvSpPr/>
            <p:nvPr>
              <p:custDataLst>
                <p:tags r:id="rId3"/>
              </p:custDataLst>
            </p:nvPr>
          </p:nvSpPr>
          <p:spPr>
            <a:xfrm>
              <a:off x="155575" y="1772814"/>
              <a:ext cx="3519278" cy="50405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666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Brand awareness and knowledge</a:t>
              </a:r>
              <a:endParaRPr lang="en-CA" sz="2666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" name="Straight Arrow Connector 9"/>
            <p:cNvCxnSpPr>
              <a:stCxn id="9" idx="2"/>
              <a:endCxn id="7" idx="0"/>
            </p:cNvCxnSpPr>
            <p:nvPr>
              <p:custDataLst>
                <p:tags r:id="rId4"/>
              </p:custDataLst>
            </p:nvPr>
          </p:nvCxnSpPr>
          <p:spPr>
            <a:xfrm flipH="1">
              <a:off x="1007605" y="2276872"/>
              <a:ext cx="907610" cy="360038"/>
            </a:xfrm>
            <a:prstGeom prst="straightConnector1">
              <a:avLst/>
            </a:prstGeom>
            <a:ln w="25400">
              <a:solidFill>
                <a:srgbClr val="002060"/>
              </a:solidFill>
              <a:headEnd type="triangl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>
              <p:custDataLst>
                <p:tags r:id="rId5"/>
              </p:custDataLst>
            </p:nvPr>
          </p:nvSpPr>
          <p:spPr>
            <a:xfrm>
              <a:off x="1915213" y="2636910"/>
              <a:ext cx="1759639" cy="1728194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sz="2666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Feeling for the brand</a:t>
              </a:r>
            </a:p>
          </p:txBody>
        </p:sp>
        <p:cxnSp>
          <p:nvCxnSpPr>
            <p:cNvPr id="12" name="Straight Arrow Connector 16"/>
            <p:cNvCxnSpPr>
              <a:stCxn id="9" idx="2"/>
              <a:endCxn id="11" idx="0"/>
            </p:cNvCxnSpPr>
            <p:nvPr>
              <p:custDataLst>
                <p:tags r:id="rId6"/>
              </p:custDataLst>
            </p:nvPr>
          </p:nvCxnSpPr>
          <p:spPr>
            <a:xfrm>
              <a:off x="1915214" y="2276872"/>
              <a:ext cx="879819" cy="360038"/>
            </a:xfrm>
            <a:prstGeom prst="straightConnector1">
              <a:avLst/>
            </a:prstGeom>
            <a:ln w="25400">
              <a:solidFill>
                <a:srgbClr val="002060"/>
              </a:solidFill>
              <a:headEnd type="triangl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20"/>
            <p:cNvCxnSpPr/>
            <p:nvPr>
              <p:custDataLst>
                <p:tags r:id="rId7"/>
              </p:custDataLst>
            </p:nvPr>
          </p:nvCxnSpPr>
          <p:spPr>
            <a:xfrm>
              <a:off x="1715461" y="3501006"/>
              <a:ext cx="399504" cy="2"/>
            </a:xfrm>
            <a:prstGeom prst="straightConnector1">
              <a:avLst/>
            </a:prstGeom>
            <a:ln w="25400">
              <a:solidFill>
                <a:srgbClr val="00206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>
              <p:custDataLst>
                <p:tags r:id="rId8"/>
              </p:custDataLst>
            </p:nvPr>
          </p:nvSpPr>
          <p:spPr>
            <a:xfrm>
              <a:off x="179512" y="4653136"/>
              <a:ext cx="3456383" cy="72008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CA" sz="2666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Actual positioning</a:t>
              </a:r>
            </a:p>
          </p:txBody>
        </p:sp>
        <p:sp>
          <p:nvSpPr>
            <p:cNvPr id="15" name="Rectangle 14"/>
            <p:cNvSpPr/>
            <p:nvPr>
              <p:custDataLst>
                <p:tags r:id="rId9"/>
              </p:custDataLst>
            </p:nvPr>
          </p:nvSpPr>
          <p:spPr>
            <a:xfrm>
              <a:off x="155576" y="5661248"/>
              <a:ext cx="3519278" cy="1008112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666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Desired positioning</a:t>
              </a:r>
              <a:endParaRPr lang="en-CA" sz="266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CA" sz="2666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Company/brand </a:t>
              </a:r>
            </a:p>
          </p:txBody>
        </p:sp>
        <p:cxnSp>
          <p:nvCxnSpPr>
            <p:cNvPr id="16" name="Straight Arrow Connector 24"/>
            <p:cNvCxnSpPr>
              <a:endCxn id="14" idx="2"/>
            </p:cNvCxnSpPr>
            <p:nvPr>
              <p:custDataLst>
                <p:tags r:id="rId10"/>
              </p:custDataLst>
            </p:nvPr>
          </p:nvCxnSpPr>
          <p:spPr>
            <a:xfrm flipH="1" flipV="1">
              <a:off x="1907704" y="5373216"/>
              <a:ext cx="7511" cy="288032"/>
            </a:xfrm>
            <a:prstGeom prst="straightConnector1">
              <a:avLst/>
            </a:prstGeom>
            <a:ln w="2540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29"/>
            <p:cNvCxnSpPr>
              <a:stCxn id="7" idx="2"/>
              <a:endCxn id="14" idx="0"/>
            </p:cNvCxnSpPr>
            <p:nvPr>
              <p:custDataLst>
                <p:tags r:id="rId11"/>
              </p:custDataLst>
            </p:nvPr>
          </p:nvCxnSpPr>
          <p:spPr>
            <a:xfrm>
              <a:off x="1007605" y="4365104"/>
              <a:ext cx="900099" cy="288032"/>
            </a:xfrm>
            <a:prstGeom prst="straightConnector1">
              <a:avLst/>
            </a:prstGeom>
            <a:ln w="2540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33"/>
            <p:cNvCxnSpPr>
              <a:stCxn id="11" idx="2"/>
              <a:endCxn id="14" idx="0"/>
            </p:cNvCxnSpPr>
            <p:nvPr>
              <p:custDataLst>
                <p:tags r:id="rId12"/>
              </p:custDataLst>
            </p:nvPr>
          </p:nvCxnSpPr>
          <p:spPr>
            <a:xfrm flipH="1">
              <a:off x="1907704" y="4365104"/>
              <a:ext cx="887329" cy="288032"/>
            </a:xfrm>
            <a:prstGeom prst="straightConnector1">
              <a:avLst/>
            </a:prstGeom>
            <a:ln w="2540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>
              <p:custDataLst>
                <p:tags r:id="rId13"/>
              </p:custDataLst>
            </p:nvPr>
          </p:nvSpPr>
          <p:spPr>
            <a:xfrm>
              <a:off x="155575" y="1052736"/>
              <a:ext cx="3519277" cy="360040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sz="2666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Customer</a:t>
              </a:r>
            </a:p>
          </p:txBody>
        </p:sp>
      </p:grpSp>
      <p:cxnSp>
        <p:nvCxnSpPr>
          <p:cNvPr id="27" name="Straight Arrow Connector 26"/>
          <p:cNvCxnSpPr>
            <a:stCxn id="19" idx="2"/>
            <a:endCxn id="9" idx="0"/>
          </p:cNvCxnSpPr>
          <p:nvPr/>
        </p:nvCxnSpPr>
        <p:spPr>
          <a:xfrm>
            <a:off x="6599366" y="1685056"/>
            <a:ext cx="1" cy="324516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2419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0D0A63-BE3E-4278-9A2F-6DC8CE35BC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20" r="-1" b="-1"/>
          <a:stretch/>
        </p:blipFill>
        <p:spPr>
          <a:xfrm>
            <a:off x="1609" y="10"/>
            <a:ext cx="12188805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FF7122-6F9E-433F-B934-6190084DE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2830" y="685800"/>
            <a:ext cx="9598700" cy="1485900"/>
          </a:xfrm>
        </p:spPr>
        <p:txBody>
          <a:bodyPr>
            <a:normAutofit/>
          </a:bodyPr>
          <a:lstStyle/>
          <a:p>
            <a:r>
              <a:rPr lang="en-US" dirty="0"/>
              <a:t>Differentiation : To stand out!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9509C-0CFE-42FA-B65F-2DF477E557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20471" y="1916832"/>
            <a:ext cx="9988097" cy="4104456"/>
          </a:xfrm>
        </p:spPr>
        <p:txBody>
          <a:bodyPr>
            <a:normAutofit/>
          </a:bodyPr>
          <a:lstStyle/>
          <a:p>
            <a:r>
              <a:rPr lang="en-C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of a brand or company standing out from the others by getting the target customers to perceive it as different from the competition, in a positive sense, based on one or more significant attributes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Closely tied to positioning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differentiate?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differentiation, a brand can compete with others solely based on price, which isn’t ideal!</a:t>
            </a:r>
          </a:p>
          <a:p>
            <a:endParaRPr lang="en-CA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5496917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AEE450-37BA-4D0E-BEB5-6C74C3B91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How to differentiate?</a:t>
            </a:r>
          </a:p>
        </p:txBody>
      </p:sp>
      <p:pic>
        <p:nvPicPr>
          <p:cNvPr id="14" name="Picture 4" descr="One in a crowd">
            <a:extLst>
              <a:ext uri="{FF2B5EF4-FFF2-40B4-BE49-F238E27FC236}">
                <a16:creationId xmlns:a16="http://schemas.microsoft.com/office/drawing/2014/main" id="{C232996E-FFBB-2AF6-5F64-A352BD9F72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28" r="20438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22263-796F-4DF3-81E2-1E48F2970DD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7761" y="2706624"/>
            <a:ext cx="6735353" cy="4083282"/>
          </a:xfrm>
        </p:spPr>
        <p:txBody>
          <a:bodyPr>
            <a:normAutofit lnSpcReduction="10000"/>
          </a:bodyPr>
          <a:lstStyle/>
          <a:p>
            <a:r>
              <a:rPr lang="en-US" sz="1600" dirty="0"/>
              <a:t>Based on attributes that are important to the consumers</a:t>
            </a:r>
          </a:p>
          <a:p>
            <a:endParaRPr lang="en-US" sz="1600" dirty="0"/>
          </a:p>
          <a:p>
            <a:r>
              <a:rPr lang="en-US" sz="1600" dirty="0"/>
              <a:t>Differentiation must:</a:t>
            </a:r>
          </a:p>
          <a:p>
            <a:pPr lvl="1"/>
            <a:r>
              <a:rPr lang="en-US" sz="1600" dirty="0"/>
              <a:t>Capture a competitive advantage that competitors don’t offer and cannot imitate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Be visible 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Significant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Authentic</a:t>
            </a:r>
          </a:p>
          <a:p>
            <a:pPr lvl="1"/>
            <a:endParaRPr lang="en-US" sz="1600" dirty="0"/>
          </a:p>
          <a:p>
            <a:r>
              <a:rPr lang="en-US" sz="1600" dirty="0"/>
              <a:t>Communicating a large number of differentiating points can be confusing</a:t>
            </a:r>
          </a:p>
          <a:p>
            <a:pPr lvl="1"/>
            <a:r>
              <a:rPr lang="en-US" sz="1600" dirty="0"/>
              <a:t>Promotions with a single point of difference, or maximum two or three</a:t>
            </a:r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091444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0B50B623-BF1E-4547-BED2-71174E66B6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798" y="480515"/>
            <a:ext cx="7856402" cy="589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02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9983AF-E203-1C8D-918C-AF6F3CC2E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Product Dimensions</a:t>
            </a:r>
          </a:p>
        </p:txBody>
      </p:sp>
      <p:pic>
        <p:nvPicPr>
          <p:cNvPr id="2" name="Picture 1" descr="A figure presents the three levels of product.&#10;Long description is available in  notes, Press F6.">
            <a:extLst>
              <a:ext uri="{FF2B5EF4-FFF2-40B4-BE49-F238E27FC236}">
                <a16:creationId xmlns:a16="http://schemas.microsoft.com/office/drawing/2014/main" id="{7D1FDB7C-E657-5A98-FB96-0BFA1327B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207156"/>
            <a:ext cx="6780700" cy="44413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167222-3844-12B0-C4B6-13578FA13F84}"/>
              </a:ext>
            </a:extLst>
          </p:cNvPr>
          <p:cNvSpPr txBox="1"/>
          <p:nvPr/>
        </p:nvSpPr>
        <p:spPr>
          <a:xfrm>
            <a:off x="3920067" y="6316133"/>
            <a:ext cx="4969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Source: Pearson 2023</a:t>
            </a:r>
          </a:p>
        </p:txBody>
      </p:sp>
    </p:spTree>
    <p:extLst>
      <p:ext uri="{BB962C8B-B14F-4D97-AF65-F5344CB8AC3E}">
        <p14:creationId xmlns:p14="http://schemas.microsoft.com/office/powerpoint/2010/main" val="40340470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3A71F-C931-474F-AEE1-74274139B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650" y="634029"/>
            <a:ext cx="3355068" cy="37328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dirty="0"/>
              <a:t>Importance-performance Analysis Of Product Quality</a:t>
            </a:r>
          </a:p>
        </p:txBody>
      </p:sp>
      <p:pic>
        <p:nvPicPr>
          <p:cNvPr id="5" name="Picture 4" descr="Diagram, table&#10;&#10;Description automatically generated">
            <a:extLst>
              <a:ext uri="{FF2B5EF4-FFF2-40B4-BE49-F238E27FC236}">
                <a16:creationId xmlns:a16="http://schemas.microsoft.com/office/drawing/2014/main" id="{AF026D41-DD5D-4AB4-AB4E-753F83A31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753" y="1340841"/>
            <a:ext cx="5542747" cy="437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8393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6F567C-2CE1-4CCD-BF7F-CFFAE23C9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Strategic Brand Decisions 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F9E17-E3B9-4C86-9EF0-52E086829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1900" dirty="0"/>
              <a:t>Umbrella brand: a brand  whose name and signs appear  on all products marketed by a  particular company</a:t>
            </a:r>
          </a:p>
          <a:p>
            <a:pPr lvl="1"/>
            <a:r>
              <a:rPr lang="en-US" sz="1900" dirty="0"/>
              <a:t>Pros: the brand is visible,  unified and clear</a:t>
            </a:r>
          </a:p>
          <a:p>
            <a:pPr lvl="1"/>
            <a:r>
              <a:rPr lang="en-US" sz="1900" dirty="0"/>
              <a:t>Cons: difficult to develop  sub-brands; Made all  products vulnerable in the  case of branding failure</a:t>
            </a:r>
          </a:p>
          <a:p>
            <a:pPr lvl="1"/>
            <a:endParaRPr lang="en-US" sz="1900" dirty="0"/>
          </a:p>
          <a:p>
            <a:pPr marL="530193" lvl="1" indent="0">
              <a:buNone/>
            </a:pPr>
            <a:endParaRPr lang="en-US" sz="1900" dirty="0"/>
          </a:p>
          <a:p>
            <a:r>
              <a:rPr lang="en-US" sz="1900" dirty="0"/>
              <a:t>House of brands: each brand  in the portfolio is treated independently</a:t>
            </a:r>
          </a:p>
        </p:txBody>
      </p:sp>
      <p:pic>
        <p:nvPicPr>
          <p:cNvPr id="12" name="Picture 11" descr="Diagram&#10;&#10;Description automatically generated">
            <a:extLst>
              <a:ext uri="{FF2B5EF4-FFF2-40B4-BE49-F238E27FC236}">
                <a16:creationId xmlns:a16="http://schemas.microsoft.com/office/drawing/2014/main" id="{14F52027-0352-4158-82BC-EF1003091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819" y="3198843"/>
            <a:ext cx="3429969" cy="3429969"/>
          </a:xfrm>
          <a:prstGeom prst="rect">
            <a:avLst/>
          </a:prstGeom>
        </p:spPr>
      </p:pic>
      <p:pic>
        <p:nvPicPr>
          <p:cNvPr id="10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D068650C-44C9-411B-9595-CABF1F4D1E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839" y="839312"/>
            <a:ext cx="3995928" cy="169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543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717E8-F6F3-4C11-85E6-0C6167E28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Brand Management: Brand Extension &amp; Launches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F16916-35E3-41FF-8FC9-3FB14E14B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229031"/>
              </p:ext>
            </p:extLst>
          </p:nvPr>
        </p:nvGraphicFramePr>
        <p:xfrm>
          <a:off x="4654296" y="1409372"/>
          <a:ext cx="7214617" cy="4011826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86016">
                  <a:extLst>
                    <a:ext uri="{9D8B030D-6E8A-4147-A177-3AD203B41FA5}">
                      <a16:colId xmlns:a16="http://schemas.microsoft.com/office/drawing/2014/main" val="423307091"/>
                    </a:ext>
                  </a:extLst>
                </a:gridCol>
                <a:gridCol w="3046030">
                  <a:extLst>
                    <a:ext uri="{9D8B030D-6E8A-4147-A177-3AD203B41FA5}">
                      <a16:colId xmlns:a16="http://schemas.microsoft.com/office/drawing/2014/main" val="2690453648"/>
                    </a:ext>
                  </a:extLst>
                </a:gridCol>
                <a:gridCol w="2482571">
                  <a:extLst>
                    <a:ext uri="{9D8B030D-6E8A-4147-A177-3AD203B41FA5}">
                      <a16:colId xmlns:a16="http://schemas.microsoft.com/office/drawing/2014/main" val="3547243120"/>
                    </a:ext>
                  </a:extLst>
                </a:gridCol>
              </a:tblGrid>
              <a:tr h="1036764">
                <a:tc>
                  <a:txBody>
                    <a:bodyPr/>
                    <a:lstStyle/>
                    <a:p>
                      <a:pPr algn="ctr"/>
                      <a:endParaRPr lang="en-US" sz="300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6593" marR="96593" marT="48296" marB="482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/>
                        <a:t>Existing product category</a:t>
                      </a:r>
                      <a:endParaRPr lang="en-US" sz="300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6593" marR="96593" marT="48296" marB="482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/>
                        <a:t>New product category</a:t>
                      </a:r>
                      <a:endParaRPr lang="en-US" sz="300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6593" marR="96593" marT="48296" marB="48296"/>
                </a:tc>
                <a:extLst>
                  <a:ext uri="{0D108BD9-81ED-4DB2-BD59-A6C34878D82A}">
                    <a16:rowId xmlns:a16="http://schemas.microsoft.com/office/drawing/2014/main" val="2293350445"/>
                  </a:ext>
                </a:extLst>
              </a:tr>
              <a:tr h="1487531">
                <a:tc>
                  <a:txBody>
                    <a:bodyPr/>
                    <a:lstStyle/>
                    <a:p>
                      <a:pPr algn="ctr"/>
                      <a:r>
                        <a:rPr lang="en-US" sz="3000"/>
                        <a:t>Existing brand name</a:t>
                      </a:r>
                      <a:endParaRPr lang="en-US" sz="300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6593" marR="96593" marT="48296" marB="482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400"/>
                        <a:t>Line extension</a:t>
                      </a:r>
                      <a:endParaRPr lang="en-US" sz="300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6593" marR="96593" marT="48296" marB="4829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400"/>
                        <a:t>Brand extension</a:t>
                      </a:r>
                      <a:endParaRPr lang="en-US" sz="300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6593" marR="96593" marT="48296" marB="48296" anchor="ctr"/>
                </a:tc>
                <a:extLst>
                  <a:ext uri="{0D108BD9-81ED-4DB2-BD59-A6C34878D82A}">
                    <a16:rowId xmlns:a16="http://schemas.microsoft.com/office/drawing/2014/main" val="2959592824"/>
                  </a:ext>
                </a:extLst>
              </a:tr>
              <a:tr h="1487531">
                <a:tc>
                  <a:txBody>
                    <a:bodyPr/>
                    <a:lstStyle/>
                    <a:p>
                      <a:pPr algn="ctr"/>
                      <a:r>
                        <a:rPr lang="en-US" sz="3000"/>
                        <a:t>New brand name</a:t>
                      </a:r>
                      <a:endParaRPr lang="en-US" sz="300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6593" marR="96593" marT="48296" marB="482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400"/>
                        <a:t>Multibrand approach</a:t>
                      </a:r>
                      <a:endParaRPr lang="en-US" sz="300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6593" marR="96593" marT="48296" marB="4829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400"/>
                        <a:t>New brand creation</a:t>
                      </a:r>
                      <a:endParaRPr lang="en-US" sz="300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6593" marR="96593" marT="48296" marB="48296" anchor="ctr"/>
                </a:tc>
                <a:extLst>
                  <a:ext uri="{0D108BD9-81ED-4DB2-BD59-A6C34878D82A}">
                    <a16:rowId xmlns:a16="http://schemas.microsoft.com/office/drawing/2014/main" val="2573462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00667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D44566-795D-47D9-A953-16D1AF0D8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600" y="2564904"/>
            <a:ext cx="2072634" cy="2096814"/>
          </a:xfrm>
          <a:prstGeom prst="rect">
            <a:avLst/>
          </a:prstGeom>
        </p:spPr>
      </p:pic>
      <p:sp>
        <p:nvSpPr>
          <p:cNvPr id="6" name="Arrow: Down 12">
            <a:extLst>
              <a:ext uri="{FF2B5EF4-FFF2-40B4-BE49-F238E27FC236}">
                <a16:creationId xmlns:a16="http://schemas.microsoft.com/office/drawing/2014/main" id="{A857F646-8ED4-4CD5-BE5F-366FC0253659}"/>
              </a:ext>
            </a:extLst>
          </p:cNvPr>
          <p:cNvSpPr/>
          <p:nvPr/>
        </p:nvSpPr>
        <p:spPr>
          <a:xfrm rot="14262310">
            <a:off x="5704185" y="2256647"/>
            <a:ext cx="536328" cy="17536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620D77-B2C7-4475-8123-A57253FB690C}"/>
              </a:ext>
            </a:extLst>
          </p:cNvPr>
          <p:cNvSpPr/>
          <p:nvPr/>
        </p:nvSpPr>
        <p:spPr>
          <a:xfrm>
            <a:off x="4676381" y="5493948"/>
            <a:ext cx="283923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Multibrand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approach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85C47E-733C-4857-8B31-4A61D28FB775}"/>
              </a:ext>
            </a:extLst>
          </p:cNvPr>
          <p:cNvSpPr/>
          <p:nvPr/>
        </p:nvSpPr>
        <p:spPr>
          <a:xfrm>
            <a:off x="5386956" y="1735860"/>
            <a:ext cx="214674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Line extensions</a:t>
            </a:r>
          </a:p>
        </p:txBody>
      </p:sp>
      <p:pic>
        <p:nvPicPr>
          <p:cNvPr id="11" name="Picture 10" descr="A picture containing cup, table, glass, food&#10;&#10;Description automatically generated">
            <a:extLst>
              <a:ext uri="{FF2B5EF4-FFF2-40B4-BE49-F238E27FC236}">
                <a16:creationId xmlns:a16="http://schemas.microsoft.com/office/drawing/2014/main" id="{D5ED7C73-7870-4ADB-9B2F-4CD9353754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163" y="4661718"/>
            <a:ext cx="4320480" cy="1296144"/>
          </a:xfrm>
          <a:prstGeom prst="rect">
            <a:avLst/>
          </a:prstGeom>
        </p:spPr>
      </p:pic>
      <p:sp>
        <p:nvSpPr>
          <p:cNvPr id="12" name="Arrow: Down 12">
            <a:extLst>
              <a:ext uri="{FF2B5EF4-FFF2-40B4-BE49-F238E27FC236}">
                <a16:creationId xmlns:a16="http://schemas.microsoft.com/office/drawing/2014/main" id="{0C8998E9-BE84-4072-A2EF-FF43C8488B6D}"/>
              </a:ext>
            </a:extLst>
          </p:cNvPr>
          <p:cNvSpPr/>
          <p:nvPr/>
        </p:nvSpPr>
        <p:spPr>
          <a:xfrm rot="17254306">
            <a:off x="5739448" y="3901852"/>
            <a:ext cx="558883" cy="17536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picture containing small, sitting, little, toy&#10;&#10;Description automatically generated">
            <a:extLst>
              <a:ext uri="{FF2B5EF4-FFF2-40B4-BE49-F238E27FC236}">
                <a16:creationId xmlns:a16="http://schemas.microsoft.com/office/drawing/2014/main" id="{16E22B44-37E0-4A6C-8259-6863E21018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224" y="420833"/>
            <a:ext cx="2016224" cy="302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510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D44566-795D-47D9-A953-16D1AF0D8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600" y="2564904"/>
            <a:ext cx="2072634" cy="2096814"/>
          </a:xfrm>
          <a:prstGeom prst="rect">
            <a:avLst/>
          </a:prstGeom>
        </p:spPr>
      </p:pic>
      <p:sp>
        <p:nvSpPr>
          <p:cNvPr id="6" name="Arrow: Down 12">
            <a:extLst>
              <a:ext uri="{FF2B5EF4-FFF2-40B4-BE49-F238E27FC236}">
                <a16:creationId xmlns:a16="http://schemas.microsoft.com/office/drawing/2014/main" id="{A857F646-8ED4-4CD5-BE5F-366FC0253659}"/>
              </a:ext>
            </a:extLst>
          </p:cNvPr>
          <p:cNvSpPr/>
          <p:nvPr/>
        </p:nvSpPr>
        <p:spPr>
          <a:xfrm rot="14262310">
            <a:off x="5704185" y="2256647"/>
            <a:ext cx="536328" cy="17536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620D77-B2C7-4475-8123-A57253FB690C}"/>
              </a:ext>
            </a:extLst>
          </p:cNvPr>
          <p:cNvSpPr/>
          <p:nvPr/>
        </p:nvSpPr>
        <p:spPr>
          <a:xfrm>
            <a:off x="4676380" y="5493948"/>
            <a:ext cx="271260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New brand creation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85C47E-733C-4857-8B31-4A61D28FB775}"/>
              </a:ext>
            </a:extLst>
          </p:cNvPr>
          <p:cNvSpPr/>
          <p:nvPr/>
        </p:nvSpPr>
        <p:spPr>
          <a:xfrm>
            <a:off x="5386957" y="1735860"/>
            <a:ext cx="236635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Brand extensions</a:t>
            </a:r>
          </a:p>
        </p:txBody>
      </p:sp>
      <p:sp>
        <p:nvSpPr>
          <p:cNvPr id="12" name="Arrow: Down 12">
            <a:extLst>
              <a:ext uri="{FF2B5EF4-FFF2-40B4-BE49-F238E27FC236}">
                <a16:creationId xmlns:a16="http://schemas.microsoft.com/office/drawing/2014/main" id="{0C8998E9-BE84-4072-A2EF-FF43C8488B6D}"/>
              </a:ext>
            </a:extLst>
          </p:cNvPr>
          <p:cNvSpPr/>
          <p:nvPr/>
        </p:nvSpPr>
        <p:spPr>
          <a:xfrm rot="17254306">
            <a:off x="5739448" y="3901852"/>
            <a:ext cx="558883" cy="17536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close up of a bottle&#10;&#10;Description automatically generated">
            <a:extLst>
              <a:ext uri="{FF2B5EF4-FFF2-40B4-BE49-F238E27FC236}">
                <a16:creationId xmlns:a16="http://schemas.microsoft.com/office/drawing/2014/main" id="{96D0D2B5-A587-4B9B-B962-FD11FB21D2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3310" y="4170611"/>
            <a:ext cx="3702335" cy="2278360"/>
          </a:xfrm>
          <a:prstGeom prst="rect">
            <a:avLst/>
          </a:prstGeom>
        </p:spPr>
      </p:pic>
      <p:pic>
        <p:nvPicPr>
          <p:cNvPr id="18" name="Picture 17" descr="A picture containing food&#10;&#10;Description automatically generated">
            <a:extLst>
              <a:ext uri="{FF2B5EF4-FFF2-40B4-BE49-F238E27FC236}">
                <a16:creationId xmlns:a16="http://schemas.microsoft.com/office/drawing/2014/main" id="{098DECF8-6187-47F0-8D01-C014F972E2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0216" y="489217"/>
            <a:ext cx="3127396" cy="312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43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2DB68-CD18-40A9-B8AD-28F3E758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0805" y="1110883"/>
            <a:ext cx="3052244" cy="1060817"/>
          </a:xfrm>
        </p:spPr>
        <p:txBody>
          <a:bodyPr anchor="b">
            <a:normAutofit/>
          </a:bodyPr>
          <a:lstStyle/>
          <a:p>
            <a:r>
              <a:rPr lang="en-US" sz="2800" dirty="0"/>
              <a:t>Product Life Cycle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D94EF-45B9-45B5-8FA6-B8CB79708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0804" y="2286000"/>
            <a:ext cx="3052244" cy="3931920"/>
          </a:xfrm>
        </p:spPr>
        <p:txBody>
          <a:bodyPr>
            <a:normAutofit/>
          </a:bodyPr>
          <a:lstStyle/>
          <a:p>
            <a:r>
              <a:rPr lang="en-US" dirty="0"/>
              <a:t>Product management conditions change over time</a:t>
            </a:r>
          </a:p>
          <a:p>
            <a:pPr lvl="1"/>
            <a:r>
              <a:rPr lang="en-US" dirty="0"/>
              <a:t>Introduction</a:t>
            </a:r>
          </a:p>
          <a:p>
            <a:pPr lvl="1"/>
            <a:r>
              <a:rPr lang="en-US" dirty="0"/>
              <a:t>Growth</a:t>
            </a:r>
          </a:p>
          <a:p>
            <a:pPr lvl="1"/>
            <a:r>
              <a:rPr lang="en-US" dirty="0"/>
              <a:t>Maturity</a:t>
            </a:r>
          </a:p>
          <a:p>
            <a:pPr lvl="1"/>
            <a:r>
              <a:rPr lang="en-US" dirty="0"/>
              <a:t>Decline</a:t>
            </a:r>
          </a:p>
          <a:p>
            <a:endParaRPr lang="en-US" sz="16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AA2EECD-0EAE-4BEF-89CD-F37852299D96}"/>
              </a:ext>
            </a:extLst>
          </p:cNvPr>
          <p:cNvGrpSpPr/>
          <p:nvPr/>
        </p:nvGrpSpPr>
        <p:grpSpPr>
          <a:xfrm>
            <a:off x="635698" y="1509979"/>
            <a:ext cx="6898583" cy="3514318"/>
            <a:chOff x="634109" y="1509979"/>
            <a:chExt cx="6898583" cy="3514318"/>
          </a:xfrm>
        </p:grpSpPr>
        <p:pic>
          <p:nvPicPr>
            <p:cNvPr id="8" name="Picture 7" descr="A picture containing diagram&#10;&#10;Description automatically generated">
              <a:extLst>
                <a:ext uri="{FF2B5EF4-FFF2-40B4-BE49-F238E27FC236}">
                  <a16:creationId xmlns:a16="http://schemas.microsoft.com/office/drawing/2014/main" id="{9EAACA09-913F-4AF8-B18C-96C8F37F0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109" y="1833703"/>
              <a:ext cx="6898583" cy="319059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48C0597-E5B4-4DAB-BAE2-35975AFEAE40}"/>
                </a:ext>
              </a:extLst>
            </p:cNvPr>
            <p:cNvSpPr txBox="1"/>
            <p:nvPr/>
          </p:nvSpPr>
          <p:spPr>
            <a:xfrm>
              <a:off x="1053852" y="2420888"/>
              <a:ext cx="122413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>
                <a:defRPr/>
              </a:pPr>
              <a:r>
                <a:rPr lang="en-US" sz="1600" dirty="0">
                  <a:solidFill>
                    <a:prstClr val="black"/>
                  </a:solidFill>
                  <a:latin typeface="Times New Roman"/>
                </a:rPr>
                <a:t>Losses</a:t>
              </a:r>
            </a:p>
            <a:p>
              <a:pPr defTabSz="457200">
                <a:defRPr/>
              </a:pPr>
              <a:endParaRPr lang="en-US" sz="1600" dirty="0">
                <a:solidFill>
                  <a:prstClr val="black"/>
                </a:solidFill>
                <a:latin typeface="Times New Roman"/>
              </a:endParaRPr>
            </a:p>
            <a:p>
              <a:pPr defTabSz="457200">
                <a:defRPr/>
              </a:pPr>
              <a:r>
                <a:rPr lang="en-US" sz="1600" dirty="0">
                  <a:solidFill>
                    <a:prstClr val="black"/>
                  </a:solidFill>
                  <a:latin typeface="Times New Roman"/>
                </a:rPr>
                <a:t>Limited Competition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4019CAB-B6DF-4C96-B23D-46F64030C3EA}"/>
                </a:ext>
              </a:extLst>
            </p:cNvPr>
            <p:cNvSpPr txBox="1"/>
            <p:nvPr/>
          </p:nvSpPr>
          <p:spPr>
            <a:xfrm>
              <a:off x="2635207" y="1775402"/>
              <a:ext cx="1224136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>
                <a:defRPr/>
              </a:pPr>
              <a:r>
                <a:rPr lang="en-US" sz="1600" dirty="0">
                  <a:solidFill>
                    <a:prstClr val="black"/>
                  </a:solidFill>
                  <a:latin typeface="Times New Roman"/>
                </a:rPr>
                <a:t>Profit growth</a:t>
              </a:r>
            </a:p>
            <a:p>
              <a:pPr defTabSz="457200">
                <a:defRPr/>
              </a:pPr>
              <a:endParaRPr lang="en-US" sz="1600" dirty="0">
                <a:solidFill>
                  <a:prstClr val="black"/>
                </a:solidFill>
                <a:latin typeface="Times New Roman"/>
              </a:endParaRPr>
            </a:p>
            <a:p>
              <a:pPr defTabSz="457200">
                <a:defRPr/>
              </a:pPr>
              <a:r>
                <a:rPr lang="en-US" sz="1600" dirty="0">
                  <a:solidFill>
                    <a:prstClr val="black"/>
                  </a:solidFill>
                  <a:latin typeface="Times New Roman"/>
                </a:rPr>
                <a:t>Growing Competition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0FE058-B707-47E8-A10A-66D5C8F743C9}"/>
                </a:ext>
              </a:extLst>
            </p:cNvPr>
            <p:cNvSpPr txBox="1"/>
            <p:nvPr/>
          </p:nvSpPr>
          <p:spPr>
            <a:xfrm>
              <a:off x="4293272" y="1509979"/>
              <a:ext cx="1224136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>
                <a:defRPr/>
              </a:pPr>
              <a:r>
                <a:rPr lang="en-US" sz="1600" dirty="0">
                  <a:solidFill>
                    <a:prstClr val="black"/>
                  </a:solidFill>
                  <a:latin typeface="Times New Roman"/>
                </a:rPr>
                <a:t>Profit decline</a:t>
              </a:r>
            </a:p>
            <a:p>
              <a:pPr defTabSz="457200">
                <a:defRPr/>
              </a:pPr>
              <a:endParaRPr lang="en-US" sz="1600" dirty="0">
                <a:solidFill>
                  <a:prstClr val="black"/>
                </a:solidFill>
                <a:latin typeface="Times New Roman"/>
              </a:endParaRPr>
            </a:p>
            <a:p>
              <a:pPr defTabSz="457200">
                <a:defRPr/>
              </a:pPr>
              <a:r>
                <a:rPr lang="en-US" sz="1600" dirty="0">
                  <a:solidFill>
                    <a:prstClr val="black"/>
                  </a:solidFill>
                  <a:latin typeface="Times New Roman"/>
                </a:rPr>
                <a:t>Declining Competition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0FB3E1E-72A0-433A-9D0C-51B7138ED541}"/>
                </a:ext>
              </a:extLst>
            </p:cNvPr>
            <p:cNvSpPr txBox="1"/>
            <p:nvPr/>
          </p:nvSpPr>
          <p:spPr>
            <a:xfrm>
              <a:off x="6030170" y="1988840"/>
              <a:ext cx="1224136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>
                <a:defRPr/>
              </a:pPr>
              <a:r>
                <a:rPr lang="en-US" sz="1600" dirty="0">
                  <a:solidFill>
                    <a:prstClr val="black"/>
                  </a:solidFill>
                  <a:latin typeface="Times New Roman"/>
                </a:rPr>
                <a:t>Profit decline</a:t>
              </a:r>
            </a:p>
            <a:p>
              <a:pPr defTabSz="457200">
                <a:defRPr/>
              </a:pPr>
              <a:endParaRPr lang="en-US" sz="1600" dirty="0">
                <a:solidFill>
                  <a:prstClr val="black"/>
                </a:solidFill>
                <a:latin typeface="Times New Roman"/>
              </a:endParaRPr>
            </a:p>
            <a:p>
              <a:pPr defTabSz="457200">
                <a:defRPr/>
              </a:pPr>
              <a:r>
                <a:rPr lang="en-US" sz="1600" dirty="0">
                  <a:solidFill>
                    <a:prstClr val="black"/>
                  </a:solidFill>
                  <a:latin typeface="Times New Roman"/>
                </a:rPr>
                <a:t>Declining Competition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5066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A4401-A068-40A9-9089-F3D8CF887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650" y="634029"/>
            <a:ext cx="3355068" cy="37328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700" cap="all"/>
              <a:t>Diffusion of Innovation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9BA18A-3A9D-4A98-9499-DAEB670940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81" b="18654"/>
          <a:stretch/>
        </p:blipFill>
        <p:spPr>
          <a:xfrm>
            <a:off x="1380252" y="2561864"/>
            <a:ext cx="5657749" cy="193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9099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116E49A-CA4D-4983-969D-19FE3C55F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B2DD87-371D-4761-9235-90FB129C8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Value Proposition Matrix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BFB5F8-893A-4678-89C9-9B8CD6D88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" y="1351163"/>
            <a:ext cx="6647688" cy="405508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8153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095174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E7E04C-08B4-4218-BAA9-DA5CC9814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38532" y="2252870"/>
            <a:ext cx="3404594" cy="355701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/>
              <a:t>Understand customers’ behaviors, needs and difficulties </a:t>
            </a:r>
          </a:p>
          <a:p>
            <a:endParaRPr lang="en-US" sz="2400" dirty="0"/>
          </a:p>
          <a:p>
            <a:r>
              <a:rPr lang="en-US" sz="2400" dirty="0"/>
              <a:t>Propose solutions </a:t>
            </a:r>
          </a:p>
        </p:txBody>
      </p:sp>
    </p:spTree>
    <p:extLst>
      <p:ext uri="{BB962C8B-B14F-4D97-AF65-F5344CB8AC3E}">
        <p14:creationId xmlns:p14="http://schemas.microsoft.com/office/powerpoint/2010/main" val="39316732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B25EE-BEB5-4C98-95AF-9F917C61E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Environmental Influences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2C3393B-528E-447F-85CA-E1351CB77F1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86886" y="1624220"/>
          <a:ext cx="9902431" cy="5140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EBDD714-1039-40F0-AB68-EA2F2AD046A9}"/>
              </a:ext>
            </a:extLst>
          </p:cNvPr>
          <p:cNvSpPr/>
          <p:nvPr/>
        </p:nvSpPr>
        <p:spPr>
          <a:xfrm>
            <a:off x="1529784" y="3529663"/>
            <a:ext cx="2847372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6" indent="-257176">
              <a:buFont typeface="Arial" panose="020B0604020202020204" pitchFamily="34" charset="0"/>
              <a:buChar char="•"/>
            </a:pPr>
            <a:r>
              <a:rPr lang="en-US" sz="25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Company’s costs</a:t>
            </a:r>
          </a:p>
          <a:p>
            <a:pPr marL="257176" indent="-257176">
              <a:buFont typeface="Arial" panose="020B0604020202020204" pitchFamily="34" charset="0"/>
              <a:buChar char="•"/>
            </a:pPr>
            <a:r>
              <a:rPr lang="en-US" sz="25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product line</a:t>
            </a:r>
          </a:p>
          <a:p>
            <a:pPr marL="257176" indent="-257176">
              <a:buFont typeface="Arial" panose="020B0604020202020204" pitchFamily="34" charset="0"/>
              <a:buChar char="•"/>
            </a:pPr>
            <a:r>
              <a:rPr lang="en-US" sz="25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life cycle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80A540-3460-4540-96EC-AF7BC6C42684}"/>
              </a:ext>
            </a:extLst>
          </p:cNvPr>
          <p:cNvSpPr/>
          <p:nvPr/>
        </p:nvSpPr>
        <p:spPr>
          <a:xfrm>
            <a:off x="7006202" y="3080304"/>
            <a:ext cx="38387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6" indent="-257176">
              <a:buFont typeface="Arial" panose="020B0604020202020204" pitchFamily="34" charset="0"/>
              <a:buChar char="•"/>
            </a:pPr>
            <a:r>
              <a:rPr lang="en-US" sz="23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Competition </a:t>
            </a:r>
          </a:p>
          <a:p>
            <a:pPr marL="257176" indent="-257176">
              <a:buFont typeface="Arial" panose="020B0604020202020204" pitchFamily="34" charset="0"/>
              <a:buChar char="•"/>
            </a:pPr>
            <a:r>
              <a:rPr lang="en-US" sz="23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Consumers </a:t>
            </a:r>
          </a:p>
          <a:p>
            <a:pPr marL="257176" indent="-257176">
              <a:buFont typeface="Arial" panose="020B0604020202020204" pitchFamily="34" charset="0"/>
              <a:buChar char="•"/>
            </a:pPr>
            <a:r>
              <a:rPr lang="en-US" sz="23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intermediaries</a:t>
            </a:r>
          </a:p>
          <a:p>
            <a:pPr marL="257176" indent="-257176">
              <a:buFont typeface="Arial" panose="020B0604020202020204" pitchFamily="34" charset="0"/>
              <a:buChar char="•"/>
            </a:pPr>
            <a:r>
              <a:rPr lang="en-US" sz="23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environment</a:t>
            </a:r>
          </a:p>
          <a:p>
            <a:pPr marL="257176" indent="-257176">
              <a:buFont typeface="Arial" panose="020B0604020202020204" pitchFamily="34" charset="0"/>
              <a:buChar char="•"/>
            </a:pPr>
            <a:r>
              <a:rPr lang="en-US" sz="23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Governments </a:t>
            </a:r>
          </a:p>
          <a:p>
            <a:pPr marL="257176" indent="-257176">
              <a:buFont typeface="Arial" panose="020B0604020202020204" pitchFamily="34" charset="0"/>
              <a:buChar char="•"/>
            </a:pPr>
            <a:r>
              <a:rPr lang="en-US" sz="23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environment</a:t>
            </a:r>
          </a:p>
          <a:p>
            <a:pPr marL="257176" indent="-257176">
              <a:buFont typeface="Arial" panose="020B0604020202020204" pitchFamily="34" charset="0"/>
              <a:buChar char="•"/>
            </a:pPr>
            <a:endParaRPr lang="en-US" sz="21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0A37FF2-DC8F-4E1E-9EC3-E132B2C2CABD}"/>
              </a:ext>
            </a:extLst>
          </p:cNvPr>
          <p:cNvSpPr/>
          <p:nvPr/>
        </p:nvSpPr>
        <p:spPr>
          <a:xfrm>
            <a:off x="5370264" y="3682529"/>
            <a:ext cx="1391568" cy="119300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Price-setting process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2C5CD1-4F9E-41F7-87C0-F15A03A5D551}"/>
              </a:ext>
            </a:extLst>
          </p:cNvPr>
          <p:cNvSpPr txBox="1"/>
          <p:nvPr/>
        </p:nvSpPr>
        <p:spPr>
          <a:xfrm>
            <a:off x="8094749" y="2507773"/>
            <a:ext cx="32578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External Environment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67D58A-BAB2-4885-A917-95093E88072E}"/>
              </a:ext>
            </a:extLst>
          </p:cNvPr>
          <p:cNvSpPr txBox="1"/>
          <p:nvPr/>
        </p:nvSpPr>
        <p:spPr>
          <a:xfrm>
            <a:off x="1585318" y="2507773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Internal Environment </a:t>
            </a:r>
          </a:p>
        </p:txBody>
      </p:sp>
    </p:spTree>
    <p:extLst>
      <p:ext uri="{BB962C8B-B14F-4D97-AF65-F5344CB8AC3E}">
        <p14:creationId xmlns:p14="http://schemas.microsoft.com/office/powerpoint/2010/main" val="12753861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58BD-BA17-4282-9A1A-CA6C42763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Pricing Strategies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5FCEE8C-363E-4B35-92CA-65C1FA9F7C1A}"/>
              </a:ext>
            </a:extLst>
          </p:cNvPr>
          <p:cNvGraphicFramePr/>
          <p:nvPr/>
        </p:nvGraphicFramePr>
        <p:xfrm>
          <a:off x="457200" y="1422400"/>
          <a:ext cx="11209867" cy="49614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323721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FD362-22BF-7FE6-DA96-3378924D9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Customer Value-Based Pricing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B129F-BCAE-2627-ED49-234D91EDD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Value-based pricing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uses the buyers’ perceptions of value rather than the seller’s cost.</a:t>
            </a:r>
          </a:p>
          <a:p>
            <a:pPr marL="342900" indent="-342900">
              <a:spcBef>
                <a:spcPts val="600"/>
              </a:spcBef>
            </a:pP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Value-based pricing is customer driven.</a:t>
            </a:r>
          </a:p>
          <a:p>
            <a:pPr marL="342900" indent="-342900">
              <a:spcBef>
                <a:spcPts val="600"/>
              </a:spcBef>
            </a:pP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Cost-based pricing is product driven.</a:t>
            </a:r>
          </a:p>
          <a:p>
            <a:pPr marL="342900" indent="-342900">
              <a:spcBef>
                <a:spcPts val="600"/>
              </a:spcBef>
            </a:pP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 is set to match perceived value.</a:t>
            </a:r>
          </a:p>
          <a:p>
            <a:pPr marL="342900" indent="-342900">
              <a:spcBef>
                <a:spcPts val="600"/>
              </a:spcBef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6319138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A0615-3CB1-45ED-8B2F-935E3C43A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Cost-based Pricing vs. Value-based Pricing</a:t>
            </a:r>
          </a:p>
        </p:txBody>
      </p:sp>
      <p:pic>
        <p:nvPicPr>
          <p:cNvPr id="4" name="Content Placeholder 3" descr="A flowchart shows a comparison of value-based pricing and cost-based pricing.&#10;Long description is available in notes, Press F6.">
            <a:extLst>
              <a:ext uri="{FF2B5EF4-FFF2-40B4-BE49-F238E27FC236}">
                <a16:creationId xmlns:a16="http://schemas.microsoft.com/office/drawing/2014/main" id="{2060C94D-27CF-0E63-7AA7-E77605AED3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608534" y="2415362"/>
            <a:ext cx="8739208" cy="227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243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43AD1-BE45-4E24-8504-FEE086283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33" y="125049"/>
            <a:ext cx="10346267" cy="1202267"/>
          </a:xfrm>
        </p:spPr>
        <p:txBody>
          <a:bodyPr/>
          <a:lstStyle/>
          <a:p>
            <a:r>
              <a:rPr lang="en-US" dirty="0"/>
              <a:t>Pricing strategies based on PLC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50DB09-8A2B-4E5C-AAB7-CA8E04042F3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804417" y="524932"/>
          <a:ext cx="7434627" cy="37472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8E41624D-B4F3-4A98-8056-15293A86B943}"/>
              </a:ext>
            </a:extLst>
          </p:cNvPr>
          <p:cNvGrpSpPr/>
          <p:nvPr/>
        </p:nvGrpSpPr>
        <p:grpSpPr>
          <a:xfrm>
            <a:off x="2804418" y="3429000"/>
            <a:ext cx="7396038" cy="3222242"/>
            <a:chOff x="634109" y="1509979"/>
            <a:chExt cx="6898583" cy="3514318"/>
          </a:xfrm>
        </p:grpSpPr>
        <p:pic>
          <p:nvPicPr>
            <p:cNvPr id="14" name="Picture 13" descr="A picture containing diagram&#10;&#10;Description automatically generated">
              <a:extLst>
                <a:ext uri="{FF2B5EF4-FFF2-40B4-BE49-F238E27FC236}">
                  <a16:creationId xmlns:a16="http://schemas.microsoft.com/office/drawing/2014/main" id="{B0DA2EC0-A66B-4C55-A18D-CCA838DA12D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109" y="1833703"/>
              <a:ext cx="6898583" cy="319059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CBE5945-2006-458C-8558-3CEF7F6CEC50}"/>
                </a:ext>
              </a:extLst>
            </p:cNvPr>
            <p:cNvSpPr txBox="1"/>
            <p:nvPr/>
          </p:nvSpPr>
          <p:spPr>
            <a:xfrm>
              <a:off x="1053852" y="2420888"/>
              <a:ext cx="1224136" cy="1174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Losses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Limited Competition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2EA3906-6D74-4608-9B01-4F6D99405F31}"/>
                </a:ext>
              </a:extLst>
            </p:cNvPr>
            <p:cNvSpPr txBox="1"/>
            <p:nvPr/>
          </p:nvSpPr>
          <p:spPr>
            <a:xfrm>
              <a:off x="2635207" y="1775402"/>
              <a:ext cx="1224136" cy="1174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Profit growth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Growing Competition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92D1446-6619-412B-AB0D-5106EEEB1C22}"/>
                </a:ext>
              </a:extLst>
            </p:cNvPr>
            <p:cNvSpPr txBox="1"/>
            <p:nvPr/>
          </p:nvSpPr>
          <p:spPr>
            <a:xfrm>
              <a:off x="4293272" y="1509979"/>
              <a:ext cx="1224136" cy="1174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Profit decline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Declining Competition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FD8C2A5-0416-4234-A6A1-B4B459C3829D}"/>
                </a:ext>
              </a:extLst>
            </p:cNvPr>
            <p:cNvSpPr txBox="1"/>
            <p:nvPr/>
          </p:nvSpPr>
          <p:spPr>
            <a:xfrm>
              <a:off x="6030170" y="1988840"/>
              <a:ext cx="1224136" cy="1174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Profit decline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Declining Competition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45329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545179-CF6C-4477-A605-C68E0C838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Distribution Intermediaries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8697D-B313-48B5-8C78-345898891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1500" spc="-5" dirty="0">
                <a:cs typeface="Times New Roman"/>
              </a:rPr>
              <a:t>The </a:t>
            </a:r>
            <a:r>
              <a:rPr lang="en-US" sz="1500" spc="-10" dirty="0">
                <a:cs typeface="Times New Roman"/>
              </a:rPr>
              <a:t>main </a:t>
            </a:r>
            <a:r>
              <a:rPr lang="en-US" sz="1500" dirty="0">
                <a:cs typeface="Times New Roman"/>
              </a:rPr>
              <a:t>purpose </a:t>
            </a:r>
            <a:r>
              <a:rPr lang="en-US" sz="1500" spc="-5" dirty="0">
                <a:cs typeface="Times New Roman"/>
              </a:rPr>
              <a:t>of a </a:t>
            </a:r>
            <a:r>
              <a:rPr lang="en-US" sz="1500" dirty="0">
                <a:cs typeface="Times New Roman"/>
              </a:rPr>
              <a:t>distribution </a:t>
            </a:r>
            <a:r>
              <a:rPr lang="en-US" sz="1500" spc="-5" dirty="0">
                <a:cs typeface="Times New Roman"/>
              </a:rPr>
              <a:t>network is to </a:t>
            </a:r>
            <a:r>
              <a:rPr lang="en-US" sz="1500" spc="-10" dirty="0">
                <a:cs typeface="Times New Roman"/>
              </a:rPr>
              <a:t>make </a:t>
            </a:r>
            <a:r>
              <a:rPr lang="en-US" sz="1500" spc="-5" dirty="0">
                <a:cs typeface="Times New Roman"/>
              </a:rPr>
              <a:t>a </a:t>
            </a:r>
            <a:r>
              <a:rPr lang="en-US" sz="1500" spc="-10" dirty="0">
                <a:cs typeface="Times New Roman"/>
              </a:rPr>
              <a:t>manufacturer’s  </a:t>
            </a:r>
            <a:r>
              <a:rPr lang="en-US" sz="1500" spc="-5" dirty="0">
                <a:cs typeface="Times New Roman"/>
              </a:rPr>
              <a:t>product available to potential consumers in the </a:t>
            </a:r>
            <a:r>
              <a:rPr lang="en-US" sz="1500" b="1" i="1" u="heavy" spc="-5" dirty="0">
                <a:uFill>
                  <a:solidFill>
                    <a:srgbClr val="FF0000"/>
                  </a:solidFill>
                </a:uFill>
                <a:cs typeface="Times New Roman"/>
              </a:rPr>
              <a:t>form and </a:t>
            </a:r>
            <a:r>
              <a:rPr lang="en-US" sz="1500" b="1" i="1" u="heavy" dirty="0">
                <a:uFill>
                  <a:solidFill>
                    <a:srgbClr val="FF0000"/>
                  </a:solidFill>
                </a:uFill>
                <a:cs typeface="Times New Roman"/>
              </a:rPr>
              <a:t>quantity</a:t>
            </a:r>
            <a:r>
              <a:rPr lang="en-US" sz="1500" dirty="0">
                <a:cs typeface="Times New Roman"/>
              </a:rPr>
              <a:t>, </a:t>
            </a:r>
            <a:r>
              <a:rPr lang="en-US" sz="1500" spc="-5" dirty="0">
                <a:cs typeface="Times New Roman"/>
              </a:rPr>
              <a:t>and  </a:t>
            </a:r>
            <a:r>
              <a:rPr lang="en-US" sz="1500" b="1" i="1" u="heavy" spc="-5" dirty="0">
                <a:uFill>
                  <a:solidFill>
                    <a:srgbClr val="FF0000"/>
                  </a:solidFill>
                </a:uFill>
                <a:cs typeface="Times New Roman"/>
              </a:rPr>
              <a:t>the time and place</a:t>
            </a:r>
            <a:r>
              <a:rPr lang="en-US" sz="1500" b="1" i="1" spc="-5" dirty="0">
                <a:cs typeface="Times New Roman"/>
              </a:rPr>
              <a:t> </a:t>
            </a:r>
            <a:r>
              <a:rPr lang="en-US" sz="1500" dirty="0">
                <a:cs typeface="Times New Roman"/>
              </a:rPr>
              <a:t>desired, </a:t>
            </a:r>
            <a:r>
              <a:rPr lang="en-US" sz="1500" spc="-5" dirty="0">
                <a:cs typeface="Times New Roman"/>
              </a:rPr>
              <a:t>so as to create </a:t>
            </a:r>
            <a:r>
              <a:rPr lang="en-US" sz="1500" b="1" i="1" dirty="0">
                <a:cs typeface="Times New Roman"/>
              </a:rPr>
              <a:t>continuous </a:t>
            </a:r>
            <a:r>
              <a:rPr lang="en-US" sz="1500" b="1" i="1" spc="-5" dirty="0">
                <a:cs typeface="Times New Roman"/>
              </a:rPr>
              <a:t>business </a:t>
            </a:r>
            <a:r>
              <a:rPr lang="en-US" sz="1500" b="1" i="1" dirty="0">
                <a:cs typeface="Times New Roman"/>
              </a:rPr>
              <a:t>relationships </a:t>
            </a:r>
            <a:r>
              <a:rPr lang="en-US" sz="1500" i="1" spc="-5" dirty="0">
                <a:cs typeface="Times New Roman"/>
              </a:rPr>
              <a:t>between network</a:t>
            </a:r>
            <a:r>
              <a:rPr lang="en-US" sz="1500" i="1" spc="-45" dirty="0">
                <a:cs typeface="Times New Roman"/>
              </a:rPr>
              <a:t> </a:t>
            </a:r>
            <a:r>
              <a:rPr lang="en-US" sz="1500" i="1" spc="-5" dirty="0">
                <a:cs typeface="Times New Roman"/>
              </a:rPr>
              <a:t>members</a:t>
            </a:r>
            <a:endParaRPr lang="en-US" sz="1500" spc="-5" dirty="0">
              <a:cs typeface="Times New Roman"/>
            </a:endParaRPr>
          </a:p>
          <a:p>
            <a:endParaRPr lang="en-US" sz="1500" spc="-5" dirty="0">
              <a:cs typeface="Times New Roman"/>
            </a:endParaRPr>
          </a:p>
          <a:p>
            <a:r>
              <a:rPr lang="en-US" sz="1500" spc="-105" dirty="0">
                <a:cs typeface="Times New Roman"/>
              </a:rPr>
              <a:t>To </a:t>
            </a:r>
            <a:r>
              <a:rPr lang="en-US" sz="1500" spc="-10" dirty="0">
                <a:cs typeface="Times New Roman"/>
              </a:rPr>
              <a:t>make </a:t>
            </a:r>
            <a:r>
              <a:rPr lang="en-US" sz="1500" dirty="0">
                <a:cs typeface="Times New Roman"/>
              </a:rPr>
              <a:t>this </a:t>
            </a:r>
            <a:r>
              <a:rPr lang="en-US" sz="1500" spc="-5" dirty="0">
                <a:cs typeface="Times New Roman"/>
              </a:rPr>
              <a:t>work </a:t>
            </a:r>
            <a:r>
              <a:rPr lang="en-US" sz="1500" spc="-10" dirty="0">
                <a:cs typeface="Times New Roman"/>
              </a:rPr>
              <a:t>efficient </a:t>
            </a:r>
            <a:r>
              <a:rPr lang="en-US" sz="1500" spc="-5" dirty="0">
                <a:cs typeface="Times New Roman"/>
              </a:rPr>
              <a:t>and smooth, “</a:t>
            </a:r>
            <a:r>
              <a:rPr lang="en-US" sz="1500" i="1" u="heavy" spc="-5" dirty="0">
                <a:uFill>
                  <a:solidFill>
                    <a:srgbClr val="000000"/>
                  </a:solidFill>
                </a:uFill>
                <a:cs typeface="Times New Roman"/>
              </a:rPr>
              <a:t>intermediaries</a:t>
            </a:r>
            <a:r>
              <a:rPr lang="en-US" sz="1500" spc="-5" dirty="0">
                <a:cs typeface="Times New Roman"/>
              </a:rPr>
              <a:t>” (i.e., ‘middle</a:t>
            </a:r>
            <a:r>
              <a:rPr lang="en-US" sz="1500" spc="-40" dirty="0">
                <a:cs typeface="Times New Roman"/>
              </a:rPr>
              <a:t> </a:t>
            </a:r>
            <a:r>
              <a:rPr lang="en-US" sz="1500" spc="-5" dirty="0">
                <a:cs typeface="Times New Roman"/>
              </a:rPr>
              <a:t>men’) are used</a:t>
            </a:r>
          </a:p>
          <a:p>
            <a:endParaRPr lang="en-US" sz="1500" spc="-5" dirty="0">
              <a:cs typeface="Times New Roman"/>
            </a:endParaRPr>
          </a:p>
          <a:p>
            <a:r>
              <a:rPr lang="en-US" sz="1500" dirty="0">
                <a:cs typeface="Times New Roman" panose="02020603050405020304" pitchFamily="18" charset="0"/>
              </a:rPr>
              <a:t>These “intermediate channels” help transfer ownership of a product from producer to the consumer or the business user</a:t>
            </a:r>
            <a:endParaRPr lang="en-US" sz="1500" dirty="0">
              <a:cs typeface="Times New Roman"/>
            </a:endParaRPr>
          </a:p>
          <a:p>
            <a:endParaRPr lang="en-US" sz="1500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450D7C9-128B-438C-9AE6-140FC53E63A9}"/>
              </a:ext>
            </a:extLst>
          </p:cNvPr>
          <p:cNvSpPr/>
          <p:nvPr/>
        </p:nvSpPr>
        <p:spPr>
          <a:xfrm>
            <a:off x="7276414" y="3344670"/>
            <a:ext cx="711228" cy="209424"/>
          </a:xfrm>
          <a:prstGeom prst="rightArrow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16B0A83-F56A-4687-9ED3-713E2ABD11BB}"/>
              </a:ext>
            </a:extLst>
          </p:cNvPr>
          <p:cNvSpPr/>
          <p:nvPr/>
        </p:nvSpPr>
        <p:spPr>
          <a:xfrm>
            <a:off x="6099048" y="3078933"/>
            <a:ext cx="1185377" cy="71826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93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2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Times New Roman" panose="02020603050405020304" pitchFamily="18" charset="0"/>
              </a:rPr>
              <a:t>Producer 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4012380-8EF5-48AD-8E4C-2AF466D7809F}"/>
              </a:ext>
            </a:extLst>
          </p:cNvPr>
          <p:cNvSpPr/>
          <p:nvPr/>
        </p:nvSpPr>
        <p:spPr>
          <a:xfrm>
            <a:off x="7987642" y="3060798"/>
            <a:ext cx="1521586" cy="71826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93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28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Times New Roman" panose="02020603050405020304" pitchFamily="18" charset="0"/>
              </a:rPr>
              <a:t>Distribution channel 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E26D002-B103-4824-96C6-831287DF75DB}"/>
              </a:ext>
            </a:extLst>
          </p:cNvPr>
          <p:cNvSpPr/>
          <p:nvPr/>
        </p:nvSpPr>
        <p:spPr>
          <a:xfrm>
            <a:off x="10372639" y="3060798"/>
            <a:ext cx="1185377" cy="71826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93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2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Times New Roman" panose="02020603050405020304" pitchFamily="18" charset="0"/>
              </a:rPr>
              <a:t>Customer 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C2BEC47-5D6E-4669-A400-2E92200EA4EA}"/>
              </a:ext>
            </a:extLst>
          </p:cNvPr>
          <p:cNvSpPr/>
          <p:nvPr/>
        </p:nvSpPr>
        <p:spPr>
          <a:xfrm>
            <a:off x="9546859" y="3344670"/>
            <a:ext cx="796522" cy="232055"/>
          </a:xfrm>
          <a:prstGeom prst="rightArrow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04578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1C8E3B-2A81-393D-0950-CF37445B3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E" sz="3800"/>
              <a:t>Number of Channel Levels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372DE9D-E194-32C8-4410-FCF1386BB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000" dirty="0"/>
              <a:t>Channel length/: The number of intermediary levels</a:t>
            </a:r>
          </a:p>
          <a:p>
            <a:endParaRPr lang="en-US" sz="2000" dirty="0"/>
          </a:p>
          <a:p>
            <a:r>
              <a:rPr lang="en-US" sz="2000" dirty="0"/>
              <a:t>Direct marketing channel: no intermediary levels</a:t>
            </a:r>
          </a:p>
          <a:p>
            <a:endParaRPr lang="en-US" sz="2000" dirty="0"/>
          </a:p>
          <a:p>
            <a:r>
              <a:rPr lang="en-US" sz="2000" dirty="0"/>
              <a:t>Indirect marketing channel contains one or more intermediary levels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96044B-A856-5297-8552-D96D12A38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045" y="640080"/>
            <a:ext cx="6886221" cy="55778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FA80F0-2781-9CE9-7F0A-FE15A4DE6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532" y="6294098"/>
            <a:ext cx="3093988" cy="2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4684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C577A-87E3-2AB6-FD58-8D9309459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IE" dirty="0"/>
              <a:t>Distribution Intensity</a:t>
            </a:r>
          </a:p>
        </p:txBody>
      </p:sp>
      <p:pic>
        <p:nvPicPr>
          <p:cNvPr id="5" name="Picture 4" descr="Chemical formulae are written on paper">
            <a:extLst>
              <a:ext uri="{FF2B5EF4-FFF2-40B4-BE49-F238E27FC236}">
                <a16:creationId xmlns:a16="http://schemas.microsoft.com/office/drawing/2014/main" id="{57B8E000-AE8B-0987-BDD0-C817212B34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688" r="2514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A77D9-D49E-0B7C-7383-1EF291F5B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number of intermediaries used at each level of channel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IE" sz="2000" dirty="0"/>
          </a:p>
        </p:txBody>
      </p:sp>
    </p:spTree>
    <p:extLst>
      <p:ext uri="{BB962C8B-B14F-4D97-AF65-F5344CB8AC3E}">
        <p14:creationId xmlns:p14="http://schemas.microsoft.com/office/powerpoint/2010/main" val="40515164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6A0E04-2D92-3F52-121E-692069883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IE" dirty="0"/>
              <a:t>Intensive distribution</a:t>
            </a:r>
          </a:p>
        </p:txBody>
      </p:sp>
      <p:pic>
        <p:nvPicPr>
          <p:cNvPr id="5122" name="Picture 2" descr="Premium Vector | Supermarket, shelves with products and drinks">
            <a:extLst>
              <a:ext uri="{FF2B5EF4-FFF2-40B4-BE49-F238E27FC236}">
                <a16:creationId xmlns:a16="http://schemas.microsoft.com/office/drawing/2014/main" id="{F124A870-8716-5039-B234-DAEE9C9572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97" r="23988" b="-1"/>
          <a:stretch/>
        </p:blipFill>
        <p:spPr bwMode="auto"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73A95-1CD6-CF21-BD28-51B323183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r>
              <a:rPr lang="en-US" sz="1900" b="0" i="0">
                <a:effectLst/>
                <a:latin typeface="robotoregular"/>
              </a:rPr>
              <a:t>A strategy in which products are stocked in as many outlets as possible</a:t>
            </a:r>
          </a:p>
          <a:p>
            <a:r>
              <a:rPr lang="en-US" sz="1900"/>
              <a:t>Extensive coverage of all appropriate points of sale</a:t>
            </a:r>
          </a:p>
          <a:p>
            <a:r>
              <a:rPr lang="en-US" sz="1900"/>
              <a:t>Linked to mass marketing which aims to make a  product as easily available as possible for the largest  target possible</a:t>
            </a:r>
          </a:p>
          <a:p>
            <a:r>
              <a:rPr lang="en-US" sz="1900"/>
              <a:t>Requires the greatest involvement from a manufacturer </a:t>
            </a:r>
          </a:p>
          <a:p>
            <a:r>
              <a:rPr lang="en-US" sz="1900"/>
              <a:t>Commonly used for sale of everyday items</a:t>
            </a:r>
            <a:br>
              <a:rPr lang="en-US" sz="1900"/>
            </a:br>
            <a:endParaRPr lang="en-IE" sz="1900"/>
          </a:p>
        </p:txBody>
      </p:sp>
    </p:spTree>
    <p:extLst>
      <p:ext uri="{BB962C8B-B14F-4D97-AF65-F5344CB8AC3E}">
        <p14:creationId xmlns:p14="http://schemas.microsoft.com/office/powerpoint/2010/main" val="179354248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35DB090-93B5-4581-8D71-BB3839684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9619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143BC2-7292-C9FF-C722-8B31EE45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US" dirty="0"/>
              <a:t>Exclusive distribution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00390-B587-0C3B-5B0B-259935B1F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r>
              <a:rPr lang="en-US" sz="2000" dirty="0"/>
              <a:t>The producer gives only a limited number of dealers the exclusive right to distribute its products in their territories</a:t>
            </a:r>
          </a:p>
          <a:p>
            <a:endParaRPr lang="en-US" sz="2000" dirty="0"/>
          </a:p>
          <a:p>
            <a:r>
              <a:rPr lang="en-US" sz="2000" dirty="0"/>
              <a:t>Niche or high-end positioning generally</a:t>
            </a:r>
          </a:p>
          <a:p>
            <a:endParaRPr lang="en-US" sz="2000" dirty="0"/>
          </a:p>
          <a:p>
            <a:r>
              <a:rPr lang="en-US" sz="2000" dirty="0"/>
              <a:t>Optimal product presentation</a:t>
            </a:r>
          </a:p>
          <a:p>
            <a:endParaRPr lang="en-IE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0FFA2D-B99E-B0E7-A8C1-77E606059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267" y="643234"/>
            <a:ext cx="1632645" cy="2624899"/>
          </a:xfrm>
          <a:prstGeom prst="rect">
            <a:avLst/>
          </a:prstGeom>
        </p:spPr>
      </p:pic>
      <p:pic>
        <p:nvPicPr>
          <p:cNvPr id="4" name="Picture 3" descr="A flat screen tv sitting in a room&#10;&#10;Description automatically generated">
            <a:extLst>
              <a:ext uri="{FF2B5EF4-FFF2-40B4-BE49-F238E27FC236}">
                <a16:creationId xmlns:a16="http://schemas.microsoft.com/office/drawing/2014/main" id="{6144AC44-B818-2C87-CD33-2762EE20E6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339" y="3589867"/>
            <a:ext cx="3454501" cy="258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43199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007FE4-A4E6-1FBA-0C7C-9164B093F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E" sz="5000"/>
              <a:t>Selective Distribution</a:t>
            </a:r>
          </a:p>
        </p:txBody>
      </p:sp>
      <p:sp>
        <p:nvSpPr>
          <p:cNvPr id="615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0E4C8-463A-0CFA-31E9-8607508BC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The use of more than one but fewer than all of the intermediaries who are willing to carry a company’s products</a:t>
            </a:r>
          </a:p>
          <a:p>
            <a:endParaRPr lang="en-US" sz="2200"/>
          </a:p>
          <a:p>
            <a:r>
              <a:rPr lang="en-US" sz="2200"/>
              <a:t>Commonly used for consumer electronics, furniture, and appliance brands</a:t>
            </a:r>
            <a:endParaRPr lang="en-IE" sz="2200"/>
          </a:p>
        </p:txBody>
      </p:sp>
      <p:pic>
        <p:nvPicPr>
          <p:cNvPr id="6146" name="Picture 2" descr="Face Off: Sephora vs. Ulta | Houstonia Magazine">
            <a:extLst>
              <a:ext uri="{FF2B5EF4-FFF2-40B4-BE49-F238E27FC236}">
                <a16:creationId xmlns:a16="http://schemas.microsoft.com/office/drawing/2014/main" id="{4919DB7D-89CD-D327-AC48-8B492D579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703070"/>
            <a:ext cx="6903720" cy="3451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25235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053A8-C7FA-76CA-8729-468D71179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78408"/>
            <a:ext cx="4056530" cy="1106424"/>
          </a:xfrm>
        </p:spPr>
        <p:txBody>
          <a:bodyPr>
            <a:normAutofit/>
          </a:bodyPr>
          <a:lstStyle/>
          <a:p>
            <a:r>
              <a:rPr lang="en-IE" sz="2800"/>
              <a:t>Disintermediation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66D94-DF44-0103-4AD5-B7F9059CD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359152"/>
            <a:ext cx="4056530" cy="3429000"/>
          </a:xfrm>
        </p:spPr>
        <p:txBody>
          <a:bodyPr>
            <a:normAutofit/>
          </a:bodyPr>
          <a:lstStyle/>
          <a:p>
            <a:r>
              <a:rPr lang="en-US" altLang="en-US" sz="1800" dirty="0"/>
              <a:t>Cutting out of marketing channel intermediaries by producers or the displacement of traditional resellers by new intermediaries</a:t>
            </a:r>
          </a:p>
          <a:p>
            <a:endParaRPr lang="en-US" altLang="en-US" sz="1800" dirty="0"/>
          </a:p>
          <a:p>
            <a:r>
              <a:rPr lang="en-US" altLang="en-US" sz="1800" dirty="0"/>
              <a:t>D2C business models became super common with online retail</a:t>
            </a:r>
          </a:p>
          <a:p>
            <a:endParaRPr lang="en-IE" sz="1800" dirty="0"/>
          </a:p>
        </p:txBody>
      </p:sp>
      <p:pic>
        <p:nvPicPr>
          <p:cNvPr id="7172" name="Picture 4" descr="How Casper Disrupted the Mattress Industry | Architectural Digest">
            <a:extLst>
              <a:ext uri="{FF2B5EF4-FFF2-40B4-BE49-F238E27FC236}">
                <a16:creationId xmlns:a16="http://schemas.microsoft.com/office/drawing/2014/main" id="{B60AF890-66E1-30C2-614B-7669A3771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46705" y="777298"/>
            <a:ext cx="2873668" cy="1918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Glossier Is Finally Available at Sephora - Variety">
            <a:extLst>
              <a:ext uri="{FF2B5EF4-FFF2-40B4-BE49-F238E27FC236}">
                <a16:creationId xmlns:a16="http://schemas.microsoft.com/office/drawing/2014/main" id="{3C00093A-75D3-EB2C-3052-B83F5D534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62365" y="893878"/>
            <a:ext cx="2873668" cy="1681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Shoes &amp; Clothing, Sustainably Made | The Most Comfortable Shoes in The  World | Allbirds">
            <a:extLst>
              <a:ext uri="{FF2B5EF4-FFF2-40B4-BE49-F238E27FC236}">
                <a16:creationId xmlns:a16="http://schemas.microsoft.com/office/drawing/2014/main" id="{EEE2AB87-5B6B-337C-69E0-55463A428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34270" y="3109523"/>
            <a:ext cx="5814198" cy="3057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79475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5394A-901F-712F-6B4C-96A1C9CF8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IE" sz="4000"/>
              <a:t>Multichannel distribution systems 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BE96052A-4BAE-B8D9-BEC1-0558FDF42F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54" b="-2"/>
          <a:stretch/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DE3F5-2AD8-FD92-F99D-FB1CDBD43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1453" y="2478024"/>
            <a:ext cx="3872243" cy="3694176"/>
          </a:xfrm>
        </p:spPr>
        <p:txBody>
          <a:bodyPr anchor="ctr">
            <a:normAutofit/>
          </a:bodyPr>
          <a:lstStyle/>
          <a:p>
            <a:r>
              <a:rPr lang="en-US" altLang="en-US" sz="1800"/>
              <a:t>Systems</a:t>
            </a:r>
            <a:r>
              <a:rPr lang="en-US" sz="1800"/>
              <a:t> in which a single firm sets up two or more marketing channels to reach one or more customer segments</a:t>
            </a:r>
            <a:endParaRPr lang="en-US" altLang="en-US" sz="1800"/>
          </a:p>
          <a:p>
            <a:endParaRPr lang="en-IE" sz="1800"/>
          </a:p>
        </p:txBody>
      </p:sp>
    </p:spTree>
    <p:extLst>
      <p:ext uri="{BB962C8B-B14F-4D97-AF65-F5344CB8AC3E}">
        <p14:creationId xmlns:p14="http://schemas.microsoft.com/office/powerpoint/2010/main" val="347203104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36EBD-2D82-4900-BF37-E3811C651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49" y="4736962"/>
            <a:ext cx="10717894" cy="9367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cap="all"/>
              <a:t>Multichannel vs. Omnichannel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CA4B778-B59E-4EF3-98B6-7B46C08A1CD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21" b="19733"/>
          <a:stretch/>
        </p:blipFill>
        <p:spPr bwMode="auto">
          <a:xfrm>
            <a:off x="1609" y="11"/>
            <a:ext cx="12188805" cy="4187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7806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8FD73-ED4C-4485-98E8-A68EF1E71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2830" y="685800"/>
            <a:ext cx="9598700" cy="1485900"/>
          </a:xfrm>
        </p:spPr>
        <p:txBody>
          <a:bodyPr>
            <a:normAutofit/>
          </a:bodyPr>
          <a:lstStyle/>
          <a:p>
            <a:r>
              <a:rPr lang="en-US" altLang="zh-CN" dirty="0">
                <a:cs typeface="Times New Roman" panose="02020603050405020304" pitchFamily="18" charset="0"/>
              </a:rPr>
              <a:t>Marketing Objectives &amp; Marketing Mix</a:t>
            </a:r>
            <a:endParaRPr lang="en-US" dirty="0">
              <a:cs typeface="Times New Roman" panose="02020603050405020304" pitchFamily="18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5F30B8A-1169-416E-96EA-77F89A019CF4}"/>
              </a:ext>
            </a:extLst>
          </p:cNvPr>
          <p:cNvGraphicFramePr/>
          <p:nvPr/>
        </p:nvGraphicFramePr>
        <p:xfrm>
          <a:off x="695400" y="1988840"/>
          <a:ext cx="10801200" cy="4320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14648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89E34-EA8D-4198-90D0-1229D3B8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0198" y="116632"/>
            <a:ext cx="4740379" cy="1080120"/>
          </a:xfrm>
        </p:spPr>
        <p:txBody>
          <a:bodyPr>
            <a:normAutofit fontScale="90000"/>
          </a:bodyPr>
          <a:lstStyle/>
          <a:p>
            <a:r>
              <a:rPr lang="en-CA" spc="-5" dirty="0"/>
              <a:t>Planning Communication Mix</a:t>
            </a:r>
            <a:endParaRPr lang="en-US" dirty="0"/>
          </a:p>
        </p:txBody>
      </p:sp>
      <p:pic>
        <p:nvPicPr>
          <p:cNvPr id="11" name="Picture 10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10461BDE-CF42-4727-A27F-9400905D55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950" y="464808"/>
            <a:ext cx="1647821" cy="2241933"/>
          </a:xfrm>
          <a:prstGeom prst="rect">
            <a:avLst/>
          </a:prstGeom>
        </p:spPr>
      </p:pic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1FD06DBE-504E-41F8-9F19-7EDDC3883A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334" y="369198"/>
            <a:ext cx="3310413" cy="2433153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A7A0724A-3876-4868-8AE9-AD0529644E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227" y="3535850"/>
            <a:ext cx="3310413" cy="275591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F740B-E756-4572-8361-F3AC80217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9499" y="1290463"/>
            <a:ext cx="5792280" cy="5616624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+mj-lt"/>
              </a:rPr>
              <a:t>Setting communication objectives</a:t>
            </a:r>
          </a:p>
          <a:p>
            <a:pPr lvl="1"/>
            <a:r>
              <a:rPr lang="en-US" sz="1800" spc="-5" dirty="0">
                <a:latin typeface="+mj-lt"/>
                <a:cs typeface="Times New Roman"/>
              </a:rPr>
              <a:t>Communication Objectives: what  the </a:t>
            </a:r>
            <a:r>
              <a:rPr lang="en-US" sz="1800" spc="-10" dirty="0">
                <a:latin typeface="+mj-lt"/>
                <a:cs typeface="Times New Roman"/>
              </a:rPr>
              <a:t>target </a:t>
            </a:r>
            <a:r>
              <a:rPr lang="en-US" sz="1800" spc="-5" dirty="0">
                <a:latin typeface="+mj-lt"/>
                <a:cs typeface="Times New Roman"/>
              </a:rPr>
              <a:t>should </a:t>
            </a:r>
            <a:r>
              <a:rPr lang="en-US" sz="1800" spc="-35" dirty="0">
                <a:latin typeface="+mj-lt"/>
                <a:cs typeface="Times New Roman"/>
              </a:rPr>
              <a:t>know, </a:t>
            </a:r>
            <a:r>
              <a:rPr lang="en-US" sz="1800" spc="-5" dirty="0">
                <a:latin typeface="+mj-lt"/>
                <a:cs typeface="Times New Roman"/>
              </a:rPr>
              <a:t>think, feel  or </a:t>
            </a:r>
            <a:r>
              <a:rPr lang="en-US" sz="1800" dirty="0">
                <a:latin typeface="+mj-lt"/>
                <a:cs typeface="Times New Roman"/>
              </a:rPr>
              <a:t>do </a:t>
            </a:r>
            <a:r>
              <a:rPr lang="en-US" sz="1800" spc="-5" dirty="0">
                <a:latin typeface="+mj-lt"/>
                <a:cs typeface="Times New Roman"/>
              </a:rPr>
              <a:t>after exposure to a  communication</a:t>
            </a:r>
          </a:p>
          <a:p>
            <a:pPr lvl="1"/>
            <a:r>
              <a:rPr lang="en-US" sz="1800" dirty="0">
                <a:latin typeface="+mj-lt"/>
              </a:rPr>
              <a:t>Examples:</a:t>
            </a:r>
          </a:p>
          <a:p>
            <a:pPr lvl="2"/>
            <a:r>
              <a:rPr lang="en-US" sz="1800" dirty="0">
                <a:latin typeface="+mj-lt"/>
              </a:rPr>
              <a:t>Build awareness of a brand</a:t>
            </a:r>
          </a:p>
          <a:p>
            <a:pPr lvl="2"/>
            <a:r>
              <a:rPr lang="en-US" sz="1800" dirty="0">
                <a:latin typeface="+mj-lt"/>
              </a:rPr>
              <a:t>Inform consumers that an offer exists</a:t>
            </a:r>
          </a:p>
          <a:p>
            <a:pPr lvl="2"/>
            <a:r>
              <a:rPr lang="en-US" sz="1800" dirty="0">
                <a:latin typeface="+mj-lt"/>
              </a:rPr>
              <a:t>Change consumers’ attitude toward a brand or offer</a:t>
            </a:r>
          </a:p>
          <a:p>
            <a:pPr lvl="2"/>
            <a:r>
              <a:rPr lang="en-US" sz="1800" dirty="0">
                <a:latin typeface="+mj-lt"/>
              </a:rPr>
              <a:t>Steer traffic toward a website</a:t>
            </a:r>
          </a:p>
          <a:p>
            <a:pPr lvl="2"/>
            <a:r>
              <a:rPr lang="en-US" sz="1800" dirty="0">
                <a:latin typeface="+mj-lt"/>
              </a:rPr>
              <a:t>Stimulate trials, buy or rebuy</a:t>
            </a:r>
          </a:p>
          <a:p>
            <a:r>
              <a:rPr lang="en-US" sz="1800" dirty="0">
                <a:latin typeface="+mj-lt"/>
              </a:rPr>
              <a:t>Setting Key performance indicators (</a:t>
            </a:r>
            <a:r>
              <a:rPr lang="en-US" sz="1800" dirty="0" err="1">
                <a:latin typeface="+mj-lt"/>
              </a:rPr>
              <a:t>KPI</a:t>
            </a:r>
            <a:r>
              <a:rPr lang="en-US" sz="1800" dirty="0">
                <a:latin typeface="+mj-lt"/>
              </a:rPr>
              <a:t>)</a:t>
            </a:r>
          </a:p>
          <a:p>
            <a:r>
              <a:rPr lang="en-US" sz="1800" dirty="0">
                <a:latin typeface="+mj-lt"/>
              </a:rPr>
              <a:t>Defining </a:t>
            </a:r>
            <a:r>
              <a:rPr lang="en-US" sz="1800" b="1" i="1" dirty="0">
                <a:solidFill>
                  <a:srgbClr val="FF0000"/>
                </a:solidFill>
                <a:latin typeface="+mj-lt"/>
              </a:rPr>
              <a:t>Key message </a:t>
            </a:r>
          </a:p>
          <a:p>
            <a:r>
              <a:rPr lang="en-US" sz="1800" dirty="0">
                <a:latin typeface="+mj-lt"/>
              </a:rPr>
              <a:t>Selecting the communication media</a:t>
            </a:r>
          </a:p>
          <a:p>
            <a:r>
              <a:rPr lang="en-US" sz="1800" dirty="0">
                <a:latin typeface="+mj-lt"/>
              </a:rPr>
              <a:t>Timetables/allocating budget &amp; resources</a:t>
            </a:r>
          </a:p>
          <a:p>
            <a:r>
              <a:rPr lang="en-US" sz="1800" dirty="0">
                <a:latin typeface="+mj-lt"/>
              </a:rPr>
              <a:t>Contingency plan </a:t>
            </a:r>
          </a:p>
          <a:p>
            <a:pPr lvl="1"/>
            <a:endParaRPr lang="en-US" sz="900" dirty="0"/>
          </a:p>
        </p:txBody>
      </p:sp>
      <p:pic>
        <p:nvPicPr>
          <p:cNvPr id="5" name="Picture 4" descr="Graphical user interface, application, website&#10;&#10;Description automatically generated">
            <a:extLst>
              <a:ext uri="{FF2B5EF4-FFF2-40B4-BE49-F238E27FC236}">
                <a16:creationId xmlns:a16="http://schemas.microsoft.com/office/drawing/2014/main" id="{34E1A13F-CDA1-44F6-A886-E009B76DF0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4255" y="4691263"/>
            <a:ext cx="1608248" cy="151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0884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20">
            <a:extLst>
              <a:ext uri="{FF2B5EF4-FFF2-40B4-BE49-F238E27FC236}">
                <a16:creationId xmlns:a16="http://schemas.microsoft.com/office/drawing/2014/main" id="{4C2AC11E-3162-4990-A36E-92B07ECF1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Rectangle 22">
            <a:extLst>
              <a:ext uri="{FF2B5EF4-FFF2-40B4-BE49-F238E27FC236}">
                <a16:creationId xmlns:a16="http://schemas.microsoft.com/office/drawing/2014/main" id="{9073D962-D3D2-4A72-8593-65C213CBF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4" y="633619"/>
            <a:ext cx="4520912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DED5EF-1B05-2EA9-501F-034754AE3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8408"/>
            <a:ext cx="3721608" cy="1106424"/>
          </a:xfrm>
        </p:spPr>
        <p:txBody>
          <a:bodyPr>
            <a:normAutofit/>
          </a:bodyPr>
          <a:lstStyle/>
          <a:p>
            <a:r>
              <a:rPr lang="en-IE" sz="2800"/>
              <a:t>Message Content</a:t>
            </a:r>
          </a:p>
        </p:txBody>
      </p:sp>
      <p:sp>
        <p:nvSpPr>
          <p:cNvPr id="29" name="Rectangle 24">
            <a:extLst>
              <a:ext uri="{FF2B5EF4-FFF2-40B4-BE49-F238E27FC236}">
                <a16:creationId xmlns:a16="http://schemas.microsoft.com/office/drawing/2014/main" id="{2387511B-F6E1-4929-AC90-94FB8B6B0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5" y="118153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6">
            <a:extLst>
              <a:ext uri="{FF2B5EF4-FFF2-40B4-BE49-F238E27FC236}">
                <a16:creationId xmlns:a16="http://schemas.microsoft.com/office/drawing/2014/main" id="{AA58F78C-27AB-465F-AA33-15E08AF2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6" y="2185416"/>
            <a:ext cx="3683187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AB84A-E868-93A1-C401-ACA201BA7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68296"/>
            <a:ext cx="3721608" cy="3502152"/>
          </a:xfrm>
        </p:spPr>
        <p:txBody>
          <a:bodyPr>
            <a:normAutofit/>
          </a:bodyPr>
          <a:lstStyle/>
          <a:p>
            <a:r>
              <a:rPr lang="en-IE" sz="1400"/>
              <a:t>Rational Appeal: </a:t>
            </a:r>
            <a:r>
              <a:rPr lang="en-US" sz="1400"/>
              <a:t>Relates to the audience’s self-interest, conveys product/service benefits</a:t>
            </a:r>
          </a:p>
          <a:p>
            <a:endParaRPr lang="en-US" sz="1400"/>
          </a:p>
          <a:p>
            <a:r>
              <a:rPr lang="en-US" sz="1400"/>
              <a:t>Emotional Appeal: Attempt to stir up positive or negative emotions to motivate a purchase</a:t>
            </a:r>
          </a:p>
          <a:p>
            <a:endParaRPr lang="en-US" sz="1400"/>
          </a:p>
          <a:p>
            <a:r>
              <a:rPr lang="en-IE" sz="1400"/>
              <a:t>Moral Appeal: </a:t>
            </a:r>
            <a:r>
              <a:rPr lang="en-US" sz="1400"/>
              <a:t>Directed to an audience’s sense of what is right and proper</a:t>
            </a:r>
          </a:p>
          <a:p>
            <a:endParaRPr lang="en-US" sz="1400"/>
          </a:p>
          <a:p>
            <a:r>
              <a:rPr lang="en-US" sz="1400"/>
              <a:t>Conative messages: Designed to lead to some type of consumer response</a:t>
            </a:r>
            <a:endParaRPr lang="en-IE" sz="14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E4F954D-992D-D9DD-E494-D7E1E642A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267" y="1123484"/>
            <a:ext cx="3248351" cy="1689142"/>
          </a:xfrm>
          <a:prstGeom prst="rect">
            <a:avLst/>
          </a:prstGeom>
        </p:spPr>
      </p:pic>
      <p:pic>
        <p:nvPicPr>
          <p:cNvPr id="5" name="Picture 4" descr="A picture containing chart&#10;&#10;Description automatically generated">
            <a:extLst>
              <a:ext uri="{FF2B5EF4-FFF2-40B4-BE49-F238E27FC236}">
                <a16:creationId xmlns:a16="http://schemas.microsoft.com/office/drawing/2014/main" id="{B188053E-6CC8-3531-3BBB-36CB25B5E4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914" y="1139669"/>
            <a:ext cx="3248352" cy="1676232"/>
          </a:xfrm>
          <a:prstGeom prst="rect">
            <a:avLst/>
          </a:prstGeom>
        </p:spPr>
      </p:pic>
      <p:pic>
        <p:nvPicPr>
          <p:cNvPr id="6" name="Picture 5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6C678CE5-857B-5221-F64F-DB928A52AE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268" y="3681917"/>
            <a:ext cx="3248352" cy="22007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D673A4-D601-80DA-025E-6838B1BCAEF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4616" t="11827"/>
          <a:stretch/>
        </p:blipFill>
        <p:spPr>
          <a:xfrm>
            <a:off x="8589914" y="3668964"/>
            <a:ext cx="3248352" cy="222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78078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8327" y="221256"/>
            <a:ext cx="6963501" cy="1243030"/>
          </a:xfrm>
          <a:prstGeom prst="rect">
            <a:avLst/>
          </a:prstGeom>
        </p:spPr>
        <p:txBody>
          <a:bodyPr vert="horz" wrap="square" lIns="0" tIns="12062" rIns="0" bIns="0" rtlCol="0" anchor="t">
            <a:spAutoFit/>
          </a:bodyPr>
          <a:lstStyle/>
          <a:p>
            <a:pPr marL="12696">
              <a:lnSpc>
                <a:spcPct val="100000"/>
              </a:lnSpc>
              <a:spcBef>
                <a:spcPts val="95"/>
              </a:spcBef>
            </a:pPr>
            <a:r>
              <a:rPr sz="3999" spc="-5" dirty="0"/>
              <a:t>Marketing </a:t>
            </a:r>
            <a:r>
              <a:rPr sz="3999" dirty="0"/>
              <a:t>Communication</a:t>
            </a:r>
            <a:r>
              <a:rPr sz="3999" spc="-55" dirty="0"/>
              <a:t> </a:t>
            </a:r>
            <a:r>
              <a:rPr sz="3999" spc="-5" dirty="0"/>
              <a:t>Media</a:t>
            </a:r>
            <a:endParaRPr sz="3999"/>
          </a:p>
        </p:txBody>
      </p:sp>
      <p:sp>
        <p:nvSpPr>
          <p:cNvPr id="4" name="object 4"/>
          <p:cNvSpPr/>
          <p:nvPr/>
        </p:nvSpPr>
        <p:spPr>
          <a:xfrm>
            <a:off x="2995468" y="931814"/>
            <a:ext cx="6012138" cy="59313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5" name="object 5"/>
          <p:cNvSpPr txBox="1"/>
          <p:nvPr/>
        </p:nvSpPr>
        <p:spPr>
          <a:xfrm>
            <a:off x="5398317" y="3482784"/>
            <a:ext cx="1124927" cy="765611"/>
          </a:xfrm>
          <a:prstGeom prst="rect">
            <a:avLst/>
          </a:prstGeom>
        </p:spPr>
        <p:txBody>
          <a:bodyPr vert="horz" wrap="square" lIns="0" tIns="69197" rIns="0" bIns="0" rtlCol="0">
            <a:spAutoFit/>
          </a:bodyPr>
          <a:lstStyle/>
          <a:p>
            <a:pPr marL="12696" marR="5078" indent="133945">
              <a:lnSpc>
                <a:spcPts val="2699"/>
              </a:lnSpc>
              <a:spcBef>
                <a:spcPts val="545"/>
              </a:spcBef>
            </a:pPr>
            <a:r>
              <a:rPr sz="2599" spc="-40" dirty="0">
                <a:latin typeface="Times New Roman"/>
                <a:cs typeface="Times New Roman"/>
              </a:rPr>
              <a:t>Target  </a:t>
            </a:r>
            <a:r>
              <a:rPr sz="2599" dirty="0">
                <a:latin typeface="Times New Roman"/>
                <a:cs typeface="Times New Roman"/>
              </a:rPr>
              <a:t>s</a:t>
            </a:r>
            <a:r>
              <a:rPr sz="2599" spc="-15" dirty="0">
                <a:latin typeface="Times New Roman"/>
                <a:cs typeface="Times New Roman"/>
              </a:rPr>
              <a:t>e</a:t>
            </a:r>
            <a:r>
              <a:rPr sz="2599" dirty="0">
                <a:latin typeface="Times New Roman"/>
                <a:cs typeface="Times New Roman"/>
              </a:rPr>
              <a:t>gm</a:t>
            </a:r>
            <a:r>
              <a:rPr sz="2599" spc="-10" dirty="0">
                <a:latin typeface="Times New Roman"/>
                <a:cs typeface="Times New Roman"/>
              </a:rPr>
              <a:t>e</a:t>
            </a:r>
            <a:r>
              <a:rPr sz="2599" dirty="0">
                <a:latin typeface="Times New Roman"/>
                <a:cs typeface="Times New Roman"/>
              </a:rPr>
              <a:t>nt</a:t>
            </a:r>
            <a:endParaRPr sz="2599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68657" y="1363375"/>
            <a:ext cx="984629" cy="258337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/>
          <a:p>
            <a:pPr marL="12696"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Advertising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81745" y="1955421"/>
            <a:ext cx="724346" cy="479300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/>
          <a:p>
            <a:pPr marL="102204">
              <a:lnSpc>
                <a:spcPts val="1788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Public</a:t>
            </a:r>
            <a:endParaRPr sz="1600">
              <a:latin typeface="Times New Roman"/>
              <a:cs typeface="Times New Roman"/>
            </a:endParaRPr>
          </a:p>
          <a:p>
            <a:pPr marL="12696">
              <a:lnSpc>
                <a:spcPts val="1788"/>
              </a:lnSpc>
            </a:pPr>
            <a:r>
              <a:rPr sz="1600" spc="-5" dirty="0">
                <a:latin typeface="Times New Roman"/>
                <a:cs typeface="Times New Roman"/>
              </a:rPr>
              <a:t>relations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06421" y="3577805"/>
            <a:ext cx="867818" cy="606902"/>
          </a:xfrm>
          <a:prstGeom prst="rect">
            <a:avLst/>
          </a:prstGeom>
        </p:spPr>
        <p:txBody>
          <a:bodyPr vert="horz" wrap="square" lIns="0" tIns="42534" rIns="0" bIns="0" rtlCol="0">
            <a:spAutoFit/>
          </a:bodyPr>
          <a:lstStyle/>
          <a:p>
            <a:pPr marL="12696" marR="5078" indent="48246" algn="just">
              <a:lnSpc>
                <a:spcPct val="86100"/>
              </a:lnSpc>
              <a:spcBef>
                <a:spcPts val="335"/>
              </a:spcBef>
            </a:pPr>
            <a:r>
              <a:rPr sz="1400" dirty="0">
                <a:latin typeface="Times New Roman"/>
                <a:cs typeface="Times New Roman"/>
              </a:rPr>
              <a:t>Direct and  re</a:t>
            </a:r>
            <a:r>
              <a:rPr sz="1400" spc="5" dirty="0">
                <a:latin typeface="Times New Roman"/>
                <a:cs typeface="Times New Roman"/>
              </a:rPr>
              <a:t>l</a:t>
            </a:r>
            <a:r>
              <a:rPr sz="1400" dirty="0">
                <a:latin typeface="Times New Roman"/>
                <a:cs typeface="Times New Roman"/>
              </a:rPr>
              <a:t>atio</a:t>
            </a:r>
            <a:r>
              <a:rPr sz="1400" spc="-10" dirty="0">
                <a:latin typeface="Times New Roman"/>
                <a:cs typeface="Times New Roman"/>
              </a:rPr>
              <a:t>n</a:t>
            </a:r>
            <a:r>
              <a:rPr sz="1400" dirty="0">
                <a:latin typeface="Times New Roman"/>
                <a:cs typeface="Times New Roman"/>
              </a:rPr>
              <a:t>s</a:t>
            </a:r>
            <a:r>
              <a:rPr sz="1400" spc="-10" dirty="0">
                <a:latin typeface="Times New Roman"/>
                <a:cs typeface="Times New Roman"/>
              </a:rPr>
              <a:t>hi</a:t>
            </a:r>
            <a:r>
              <a:rPr sz="1400" dirty="0">
                <a:latin typeface="Times New Roman"/>
                <a:cs typeface="Times New Roman"/>
              </a:rPr>
              <a:t>p  </a:t>
            </a:r>
            <a:r>
              <a:rPr sz="1400" spc="-5" dirty="0">
                <a:latin typeface="Times New Roman"/>
                <a:cs typeface="Times New Roman"/>
              </a:rPr>
              <a:t>marketing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27861" y="5427459"/>
            <a:ext cx="1030971" cy="258337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/>
          <a:p>
            <a:pPr marL="12696"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Sponsorship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76198" y="6050005"/>
            <a:ext cx="768785" cy="422799"/>
          </a:xfrm>
          <a:prstGeom prst="rect">
            <a:avLst/>
          </a:prstGeom>
        </p:spPr>
        <p:txBody>
          <a:bodyPr vert="horz" wrap="square" lIns="0" tIns="13332" rIns="0" bIns="0" rtlCol="0">
            <a:spAutoFit/>
          </a:bodyPr>
          <a:lstStyle/>
          <a:p>
            <a:pPr algn="ctr">
              <a:lnSpc>
                <a:spcPts val="1560"/>
              </a:lnSpc>
              <a:spcBef>
                <a:spcPts val="105"/>
              </a:spcBef>
            </a:pPr>
            <a:r>
              <a:rPr sz="1400" dirty="0">
                <a:latin typeface="Times New Roman"/>
                <a:cs typeface="Times New Roman"/>
              </a:rPr>
              <a:t>Sales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560"/>
              </a:lnSpc>
            </a:pPr>
            <a:r>
              <a:rPr sz="1400" spc="-5" dirty="0">
                <a:latin typeface="Times New Roman"/>
                <a:cs typeface="Times New Roman"/>
              </a:rPr>
              <a:t>promotion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10342" y="5217202"/>
            <a:ext cx="933842" cy="700650"/>
          </a:xfrm>
          <a:prstGeom prst="rect">
            <a:avLst/>
          </a:prstGeom>
        </p:spPr>
        <p:txBody>
          <a:bodyPr vert="horz" wrap="square" lIns="0" tIns="46343" rIns="0" bIns="0" rtlCol="0">
            <a:spAutoFit/>
          </a:bodyPr>
          <a:lstStyle/>
          <a:p>
            <a:pPr marL="12061" marR="5078" algn="ctr">
              <a:lnSpc>
                <a:spcPts val="1660"/>
              </a:lnSpc>
              <a:spcBef>
                <a:spcPts val="365"/>
              </a:spcBef>
            </a:pPr>
            <a:r>
              <a:rPr sz="1600" spc="-5" dirty="0">
                <a:latin typeface="Times New Roman"/>
                <a:cs typeface="Times New Roman"/>
              </a:rPr>
              <a:t>Digital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  </a:t>
            </a:r>
            <a:r>
              <a:rPr sz="1600" spc="-10" dirty="0">
                <a:latin typeface="Times New Roman"/>
                <a:cs typeface="Times New Roman"/>
              </a:rPr>
              <a:t>mobile  marketing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50670" y="3575343"/>
            <a:ext cx="661498" cy="595475"/>
          </a:xfrm>
          <a:prstGeom prst="rect">
            <a:avLst/>
          </a:prstGeom>
        </p:spPr>
        <p:txBody>
          <a:bodyPr vert="horz" wrap="square" lIns="0" tIns="13332" rIns="0" bIns="0" rtlCol="0">
            <a:spAutoFit/>
          </a:bodyPr>
          <a:lstStyle/>
          <a:p>
            <a:pPr marL="12696">
              <a:lnSpc>
                <a:spcPts val="2239"/>
              </a:lnSpc>
              <a:spcBef>
                <a:spcPts val="105"/>
              </a:spcBef>
            </a:pPr>
            <a:r>
              <a:rPr sz="1999" dirty="0">
                <a:latin typeface="Times New Roman"/>
                <a:cs typeface="Times New Roman"/>
              </a:rPr>
              <a:t>Soci</a:t>
            </a:r>
            <a:r>
              <a:rPr sz="1999" spc="-10" dirty="0">
                <a:latin typeface="Times New Roman"/>
                <a:cs typeface="Times New Roman"/>
              </a:rPr>
              <a:t>a</a:t>
            </a:r>
            <a:r>
              <a:rPr sz="1999" dirty="0">
                <a:latin typeface="Times New Roman"/>
                <a:cs typeface="Times New Roman"/>
              </a:rPr>
              <a:t>l</a:t>
            </a:r>
            <a:endParaRPr sz="1999">
              <a:latin typeface="Times New Roman"/>
              <a:cs typeface="Times New Roman"/>
            </a:endParaRPr>
          </a:p>
          <a:p>
            <a:pPr marL="20314">
              <a:lnSpc>
                <a:spcPts val="2239"/>
              </a:lnSpc>
            </a:pPr>
            <a:r>
              <a:rPr sz="1999" spc="-5" dirty="0">
                <a:latin typeface="Times New Roman"/>
                <a:cs typeface="Times New Roman"/>
              </a:rPr>
              <a:t>media</a:t>
            </a:r>
            <a:endParaRPr sz="1999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76569" y="1850294"/>
            <a:ext cx="1001133" cy="690065"/>
          </a:xfrm>
          <a:prstGeom prst="rect">
            <a:avLst/>
          </a:prstGeom>
        </p:spPr>
        <p:txBody>
          <a:bodyPr vert="horz" wrap="square" lIns="0" tIns="45707" rIns="0" bIns="0" rtlCol="0">
            <a:spAutoFit/>
          </a:bodyPr>
          <a:lstStyle/>
          <a:p>
            <a:pPr marL="21584" marR="5078" indent="-9522" algn="just">
              <a:lnSpc>
                <a:spcPct val="86300"/>
              </a:lnSpc>
              <a:spcBef>
                <a:spcPts val="359"/>
              </a:spcBef>
            </a:pPr>
            <a:r>
              <a:rPr sz="1600" spc="-5" dirty="0">
                <a:latin typeface="Times New Roman"/>
                <a:cs typeface="Times New Roman"/>
              </a:rPr>
              <a:t>Contact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  experiential  </a:t>
            </a:r>
            <a:r>
              <a:rPr sz="1600" spc="-10" dirty="0">
                <a:latin typeface="Times New Roman"/>
                <a:cs typeface="Times New Roman"/>
              </a:rPr>
              <a:t>marketing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39073" y="2050521"/>
            <a:ext cx="1127466" cy="330749"/>
          </a:xfrm>
          <a:prstGeom prst="rect">
            <a:avLst/>
          </a:prstGeom>
        </p:spPr>
        <p:txBody>
          <a:bodyPr vert="horz" wrap="square" lIns="0" tIns="13332" rIns="0" bIns="0" rtlCol="0">
            <a:spAutoFit/>
          </a:bodyPr>
          <a:lstStyle/>
          <a:p>
            <a:pPr marL="12696">
              <a:spcBef>
                <a:spcPts val="105"/>
              </a:spcBef>
            </a:pPr>
            <a:r>
              <a:rPr sz="1999" dirty="0">
                <a:latin typeface="Times New Roman"/>
                <a:cs typeface="Times New Roman"/>
              </a:rPr>
              <a:t>Ecosys</a:t>
            </a:r>
            <a:r>
              <a:rPr sz="1999" spc="-10" dirty="0">
                <a:latin typeface="Times New Roman"/>
                <a:cs typeface="Times New Roman"/>
              </a:rPr>
              <a:t>t</a:t>
            </a:r>
            <a:r>
              <a:rPr sz="1999" dirty="0">
                <a:latin typeface="Times New Roman"/>
                <a:cs typeface="Times New Roman"/>
              </a:rPr>
              <a:t>em</a:t>
            </a:r>
            <a:endParaRPr sz="1999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27143" y="2660344"/>
            <a:ext cx="2148280" cy="330749"/>
          </a:xfrm>
          <a:prstGeom prst="rect">
            <a:avLst/>
          </a:prstGeom>
        </p:spPr>
        <p:txBody>
          <a:bodyPr vert="horz" wrap="square" lIns="0" tIns="13332" rIns="0" bIns="0" rtlCol="0">
            <a:spAutoFit/>
          </a:bodyPr>
          <a:lstStyle/>
          <a:p>
            <a:pPr marL="12696">
              <a:spcBef>
                <a:spcPts val="105"/>
              </a:spcBef>
            </a:pPr>
            <a:r>
              <a:rPr sz="1999" spc="5" dirty="0">
                <a:latin typeface="Times New Roman"/>
                <a:cs typeface="Times New Roman"/>
              </a:rPr>
              <a:t>360°</a:t>
            </a:r>
            <a:r>
              <a:rPr sz="1999" spc="-85" dirty="0">
                <a:latin typeface="Times New Roman"/>
                <a:cs typeface="Times New Roman"/>
              </a:rPr>
              <a:t> </a:t>
            </a:r>
            <a:r>
              <a:rPr sz="1999" spc="-5" dirty="0">
                <a:latin typeface="Times New Roman"/>
                <a:cs typeface="Times New Roman"/>
              </a:rPr>
              <a:t>communication</a:t>
            </a:r>
            <a:endParaRPr sz="1999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EF9E09F-AD96-40F5-8031-F4F6A9E917C3}"/>
              </a:ext>
            </a:extLst>
          </p:cNvPr>
          <p:cNvSpPr/>
          <p:nvPr/>
        </p:nvSpPr>
        <p:spPr>
          <a:xfrm>
            <a:off x="4456813" y="2512219"/>
            <a:ext cx="3215328" cy="2703851"/>
          </a:xfrm>
          <a:prstGeom prst="ellipse">
            <a:avLst/>
          </a:prstGeom>
          <a:noFill/>
          <a:ln w="381000">
            <a:solidFill>
              <a:schemeClr val="bg1">
                <a:lumMod val="65000"/>
                <a:alpha val="6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A8FD73-ED4C-4485-98E8-A68EF1E71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cs typeface="Times New Roman" panose="02020603050405020304" pitchFamily="18" charset="0"/>
              </a:rPr>
              <a:t>Types of communication media  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DC62584-51A6-4886-A7BB-E9835083BB24}"/>
              </a:ext>
            </a:extLst>
          </p:cNvPr>
          <p:cNvSpPr/>
          <p:nvPr/>
        </p:nvSpPr>
        <p:spPr>
          <a:xfrm>
            <a:off x="3784324" y="2167165"/>
            <a:ext cx="1943908" cy="1502588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Paid media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3C9AEF9-A16B-4ABA-A01A-4F60519AFDF7}"/>
              </a:ext>
            </a:extLst>
          </p:cNvPr>
          <p:cNvSpPr/>
          <p:nvPr/>
        </p:nvSpPr>
        <p:spPr>
          <a:xfrm>
            <a:off x="6412544" y="2146150"/>
            <a:ext cx="1943908" cy="150258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Owned media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80EDE4-AB13-49DB-BDE2-8AA307E567A2}"/>
              </a:ext>
            </a:extLst>
          </p:cNvPr>
          <p:cNvSpPr/>
          <p:nvPr/>
        </p:nvSpPr>
        <p:spPr>
          <a:xfrm>
            <a:off x="5029480" y="4318815"/>
            <a:ext cx="1943908" cy="150258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Earned media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199527-1653-4C8C-AD98-B9C5392005A1}"/>
              </a:ext>
            </a:extLst>
          </p:cNvPr>
          <p:cNvSpPr txBox="1"/>
          <p:nvPr/>
        </p:nvSpPr>
        <p:spPr>
          <a:xfrm>
            <a:off x="8597472" y="1844825"/>
            <a:ext cx="2716215" cy="2307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063" indent="-457063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Company’s stores</a:t>
            </a:r>
          </a:p>
          <a:p>
            <a:pPr marL="457063" indent="-457063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Webpages </a:t>
            </a:r>
          </a:p>
          <a:p>
            <a:pPr marL="457063" indent="-457063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Official accounts on social media</a:t>
            </a:r>
          </a:p>
          <a:p>
            <a:pPr marL="457063" indent="-457063">
              <a:buFont typeface="Arial" panose="020B0604020202020204" pitchFamily="34" charset="0"/>
              <a:buChar char="•"/>
            </a:pPr>
            <a:endParaRPr lang="en-US" sz="2399" dirty="0">
              <a:solidFill>
                <a:schemeClr val="tx1">
                  <a:lumMod val="65000"/>
                  <a:lumOff val="3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446A3B-B0A0-46E9-82B0-85CC898D4B3F}"/>
              </a:ext>
            </a:extLst>
          </p:cNvPr>
          <p:cNvSpPr txBox="1"/>
          <p:nvPr/>
        </p:nvSpPr>
        <p:spPr>
          <a:xfrm>
            <a:off x="1030677" y="1916832"/>
            <a:ext cx="2938481" cy="304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063" indent="-457063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Traditional media (TV, radio, print…)</a:t>
            </a:r>
          </a:p>
          <a:p>
            <a:pPr marL="457063" indent="-457063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Online &amp; Mobile advertising </a:t>
            </a:r>
          </a:p>
          <a:p>
            <a:pPr marL="457063" indent="-457063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Sponsorship</a:t>
            </a:r>
          </a:p>
          <a:p>
            <a:pPr marL="457063" indent="-457063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Product placement</a:t>
            </a:r>
          </a:p>
          <a:p>
            <a:pPr marL="457063" indent="-457063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Events 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5A10C9-32A3-4628-934C-4FB268A3CAB9}"/>
              </a:ext>
            </a:extLst>
          </p:cNvPr>
          <p:cNvSpPr txBox="1"/>
          <p:nvPr/>
        </p:nvSpPr>
        <p:spPr>
          <a:xfrm>
            <a:off x="7003512" y="4852228"/>
            <a:ext cx="4529433" cy="193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063" indent="-457063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WOM</a:t>
            </a:r>
          </a:p>
          <a:p>
            <a:pPr marL="457063" indent="-457063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Customer’s social media</a:t>
            </a:r>
          </a:p>
          <a:p>
            <a:pPr marL="457063" indent="-457063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News articles </a:t>
            </a:r>
          </a:p>
          <a:p>
            <a:pPr marL="457063" indent="-457063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Social media influencers</a:t>
            </a:r>
          </a:p>
          <a:p>
            <a:pPr marL="457063" indent="-457063">
              <a:buFont typeface="Arial" panose="020B0604020202020204" pitchFamily="34" charset="0"/>
              <a:buChar char="•"/>
            </a:pPr>
            <a:endParaRPr lang="en-US" sz="2399" dirty="0">
              <a:solidFill>
                <a:schemeClr val="tx1">
                  <a:lumMod val="65000"/>
                  <a:lumOff val="35000"/>
                </a:schemeClr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53096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F26CD7-78C8-D5D9-25F6-B3BE4E5E2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E" sz="5000" dirty="0"/>
              <a:t>KPI’s in Advertising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2A6946B9-F43C-E5DC-8A56-B7CA274176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116560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369160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D532F5-ABBF-F766-2338-525F9206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Digital Marketing</a:t>
            </a:r>
          </a:p>
        </p:txBody>
      </p:sp>
      <p:pic>
        <p:nvPicPr>
          <p:cNvPr id="6" name="object 4" descr="A diagram of a product&#10;&#10;Description automatically generated with medium confidence">
            <a:extLst>
              <a:ext uri="{FF2B5EF4-FFF2-40B4-BE49-F238E27FC236}">
                <a16:creationId xmlns:a16="http://schemas.microsoft.com/office/drawing/2014/main" id="{7BA0D16D-3031-2AE4-4482-918C40805CC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93563" y="1675227"/>
            <a:ext cx="800487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34762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73855" y="905846"/>
            <a:ext cx="5291258" cy="50373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98385" y="6444488"/>
            <a:ext cx="26117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Source: Performance</a:t>
            </a:r>
            <a:r>
              <a:rPr sz="1800" spc="-5" dirty="0">
                <a:latin typeface="Calibri"/>
                <a:cs typeface="Calibri"/>
              </a:rPr>
              <a:t> Media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68197" y="1687322"/>
          <a:ext cx="4432935" cy="32997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2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8369">
                <a:tc>
                  <a:txBody>
                    <a:bodyPr/>
                    <a:lstStyle/>
                    <a:p>
                      <a:pPr marL="4191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Inbound</a:t>
                      </a:r>
                      <a:r>
                        <a:rPr sz="18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Marketing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8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Outbound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Marketing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836"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Two-way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T w="12700">
                      <a:solidFill>
                        <a:srgbClr val="FFC000"/>
                      </a:solidFill>
                      <a:prstDash val="solid"/>
                    </a:lnT>
                    <a:solidFill>
                      <a:srgbClr val="FEF2CC"/>
                    </a:solidFill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One-way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T w="12700">
                      <a:solidFill>
                        <a:srgbClr val="FFC000"/>
                      </a:solidFill>
                      <a:prstDash val="solid"/>
                    </a:lnT>
                    <a:solidFill>
                      <a:srgbClr val="FE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836">
                <a:tc>
                  <a:txBody>
                    <a:bodyPr/>
                    <a:lstStyle/>
                    <a:p>
                      <a:pPr marL="4318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Rising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4318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Dying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836"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Cheaper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FEF2CC"/>
                    </a:solidFill>
                  </a:tcPr>
                </a:tc>
                <a:tc>
                  <a:txBody>
                    <a:bodyPr/>
                    <a:lstStyle/>
                    <a:p>
                      <a:pPr marL="4318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Expensive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FE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836">
                <a:tc>
                  <a:txBody>
                    <a:bodyPr/>
                    <a:lstStyle/>
                    <a:p>
                      <a:pPr marL="4318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Unobtrusive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B w="1270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Obtrusive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B w="12700">
                      <a:solidFill>
                        <a:srgbClr val="FFC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480435" cy="6858000"/>
            <a:chOff x="0" y="0"/>
            <a:chExt cx="348043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013585" cy="6858000"/>
            </a:xfrm>
            <a:custGeom>
              <a:avLst/>
              <a:gdLst/>
              <a:ahLst/>
              <a:cxnLst/>
              <a:rect l="l" t="t" r="r" b="b"/>
              <a:pathLst>
                <a:path w="2013585" h="6858000">
                  <a:moveTo>
                    <a:pt x="201320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013204" y="6858000"/>
                  </a:lnTo>
                  <a:lnTo>
                    <a:pt x="2013204" y="0"/>
                  </a:lnTo>
                  <a:close/>
                </a:path>
              </a:pathLst>
            </a:custGeom>
            <a:solidFill>
              <a:srgbClr val="6C536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3161" y="1988947"/>
              <a:ext cx="2926892" cy="28829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58544" y="2642743"/>
            <a:ext cx="915669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FFFFFF"/>
                </a:solidFill>
              </a:rPr>
              <a:t>Se</a:t>
            </a:r>
            <a:r>
              <a:rPr sz="2600" spc="-10" dirty="0">
                <a:solidFill>
                  <a:srgbClr val="FFFFFF"/>
                </a:solidFill>
              </a:rPr>
              <a:t>a</a:t>
            </a:r>
            <a:r>
              <a:rPr sz="2600" spc="-35" dirty="0">
                <a:solidFill>
                  <a:srgbClr val="FFFFFF"/>
                </a:solidFill>
              </a:rPr>
              <a:t>r</a:t>
            </a:r>
            <a:r>
              <a:rPr sz="2600" spc="-5" dirty="0">
                <a:solidFill>
                  <a:srgbClr val="FFFFFF"/>
                </a:solidFill>
              </a:rPr>
              <a:t>ch</a:t>
            </a:r>
            <a:endParaRPr sz="2600"/>
          </a:p>
        </p:txBody>
      </p:sp>
      <p:sp>
        <p:nvSpPr>
          <p:cNvPr id="6" name="object 6"/>
          <p:cNvSpPr txBox="1"/>
          <p:nvPr/>
        </p:nvSpPr>
        <p:spPr>
          <a:xfrm>
            <a:off x="1180591" y="2999054"/>
            <a:ext cx="1670685" cy="113665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065" marR="5080" lvl="0" indent="-635" algn="ctr" defTabSz="914400" rtl="0" eaLnBrk="1" fontAlgn="auto" latinLnBrk="0" hangingPunct="1">
              <a:lnSpc>
                <a:spcPct val="90000"/>
              </a:lnSpc>
              <a:spcBef>
                <a:spcPts val="4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Engine </a:t>
            </a:r>
            <a:r>
              <a:rPr kumimoji="0" sz="2600" b="0" i="0" u="none" strike="noStrike" kern="120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Results</a:t>
            </a:r>
            <a:r>
              <a:rPr kumimoji="0" sz="26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 </a:t>
            </a:r>
            <a:r>
              <a:rPr kumimoji="0" sz="2600" b="0" i="0" u="none" strike="noStrike" kern="120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Page </a:t>
            </a:r>
            <a:r>
              <a:rPr kumimoji="0" sz="2600" b="0" i="0" u="none" strike="noStrike" kern="1200" cap="none" spc="-57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(SERP)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Calibri Ligh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87420" y="1188719"/>
            <a:ext cx="8131556" cy="494842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414521" y="2413253"/>
            <a:ext cx="381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</a:t>
            </a:r>
            <a:r>
              <a:rPr kumimoji="0" sz="18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026408" y="2237232"/>
            <a:ext cx="6751320" cy="4349750"/>
          </a:xfrm>
          <a:custGeom>
            <a:avLst/>
            <a:gdLst/>
            <a:ahLst/>
            <a:cxnLst/>
            <a:rect l="l" t="t" r="r" b="b"/>
            <a:pathLst>
              <a:path w="6751320" h="4349750">
                <a:moveTo>
                  <a:pt x="0" y="2033016"/>
                </a:moveTo>
                <a:lnTo>
                  <a:pt x="3901440" y="2033016"/>
                </a:lnTo>
                <a:lnTo>
                  <a:pt x="3901440" y="0"/>
                </a:lnTo>
                <a:lnTo>
                  <a:pt x="0" y="0"/>
                </a:lnTo>
                <a:lnTo>
                  <a:pt x="0" y="2033016"/>
                </a:lnTo>
                <a:close/>
              </a:path>
              <a:path w="6751320" h="4349750">
                <a:moveTo>
                  <a:pt x="0" y="4136136"/>
                </a:moveTo>
                <a:lnTo>
                  <a:pt x="4059936" y="4136136"/>
                </a:lnTo>
                <a:lnTo>
                  <a:pt x="4059936" y="2103120"/>
                </a:lnTo>
                <a:lnTo>
                  <a:pt x="0" y="2103120"/>
                </a:lnTo>
                <a:lnTo>
                  <a:pt x="0" y="4136136"/>
                </a:lnTo>
                <a:close/>
              </a:path>
              <a:path w="6751320" h="4349750">
                <a:moveTo>
                  <a:pt x="4270247" y="4349496"/>
                </a:moveTo>
                <a:lnTo>
                  <a:pt x="6751319" y="4349496"/>
                </a:lnTo>
                <a:lnTo>
                  <a:pt x="6751319" y="1257300"/>
                </a:lnTo>
                <a:lnTo>
                  <a:pt x="4270247" y="1257300"/>
                </a:lnTo>
                <a:lnTo>
                  <a:pt x="4270247" y="4349496"/>
                </a:lnTo>
                <a:close/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59963" y="5257876"/>
            <a:ext cx="396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</a:t>
            </a:r>
            <a:r>
              <a:rPr kumimoji="0" sz="18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078082" y="4690059"/>
            <a:ext cx="381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</a:t>
            </a:r>
            <a:r>
              <a:rPr kumimoji="0" sz="180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5124" y="730072"/>
            <a:ext cx="4930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000000"/>
                </a:solidFill>
                <a:latin typeface="Arial"/>
                <a:cs typeface="Arial"/>
              </a:rPr>
              <a:t>Content</a:t>
            </a:r>
            <a:r>
              <a:rPr sz="4400" b="1" spc="-1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400" b="1" dirty="0">
                <a:solidFill>
                  <a:srgbClr val="000000"/>
                </a:solidFill>
                <a:latin typeface="Arial"/>
                <a:cs typeface="Arial"/>
              </a:rPr>
              <a:t>Marketing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7316" y="2267838"/>
            <a:ext cx="5576570" cy="160401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ct val="90000"/>
              </a:lnSpc>
              <a:spcBef>
                <a:spcPts val="430"/>
              </a:spcBef>
              <a:spcAft>
                <a:spcPts val="0"/>
              </a:spcAft>
              <a:buClrTx/>
              <a:buSzPct val="94642"/>
              <a:buFont typeface="Wingdings"/>
              <a:buChar char=""/>
              <a:tabLst>
                <a:tab pos="414020" algn="l"/>
                <a:tab pos="3018155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Objective: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Reinforce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brand 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affinities</a:t>
            </a:r>
            <a:r>
              <a:rPr kumimoji="0" sz="28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through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relevant,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informative,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educational,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useful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or </a:t>
            </a:r>
            <a:r>
              <a:rPr kumimoji="0" sz="2800" b="0" i="0" u="none" strike="noStrike" kern="1200" cap="none" spc="-7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playful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content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MT"/>
              <a:ea typeface="+mn-ea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43316" y="900683"/>
            <a:ext cx="3148583" cy="12359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0495" y="2554223"/>
            <a:ext cx="2602992" cy="174955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90559" y="4722876"/>
            <a:ext cx="3101340" cy="1173332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C845D2E-DAB1-6865-6F42-53639769D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Exercise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30DF837-FDD7-F8C4-3112-5606F2FB0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E" dirty="0"/>
              <a:t>You are the marketing team for </a:t>
            </a:r>
            <a:r>
              <a:rPr lang="en-IE" dirty="0" err="1"/>
              <a:t>FreshFizz</a:t>
            </a:r>
            <a:r>
              <a:rPr lang="en-IE" dirty="0"/>
              <a:t>, a new sparkling fruit drink launching in Singapore. </a:t>
            </a:r>
            <a:r>
              <a:rPr lang="en-IE" dirty="0" err="1"/>
              <a:t>FreshFizz</a:t>
            </a:r>
            <a:r>
              <a:rPr lang="en-IE" dirty="0"/>
              <a:t> contains natural fruit flavours, has no added sugar, and is positioned as a refreshing alternative to traditional soft drinks.</a:t>
            </a:r>
          </a:p>
          <a:p>
            <a:r>
              <a:rPr lang="en-IE" dirty="0"/>
              <a:t>Your company has developed the product but has not yet decided how to price or distribute it.</a:t>
            </a:r>
          </a:p>
          <a:p>
            <a:r>
              <a:rPr lang="en-IE" dirty="0"/>
              <a:t>You have the following information:</a:t>
            </a:r>
          </a:p>
          <a:p>
            <a:pPr lvl="0"/>
            <a:r>
              <a:rPr lang="en-IE" dirty="0"/>
              <a:t>Production cost: S$1.20 per can.</a:t>
            </a:r>
          </a:p>
          <a:p>
            <a:pPr lvl="0"/>
            <a:r>
              <a:rPr lang="en-IE" dirty="0"/>
              <a:t>Competing soft drinks generally sell for S$1.50–S$2.50.</a:t>
            </a:r>
          </a:p>
          <a:p>
            <a:pPr lvl="0"/>
            <a:r>
              <a:rPr lang="en-IE" dirty="0"/>
              <a:t>Premium sparkling drinks typically sell for S$3.00–S$4.50.</a:t>
            </a:r>
          </a:p>
          <a:p>
            <a:pPr lvl="0"/>
            <a:r>
              <a:rPr lang="en-IE" dirty="0"/>
              <a:t>Your target consumers are young professionals aged 25–40 who are health-conscious but also value convenience.</a:t>
            </a:r>
          </a:p>
          <a:p>
            <a:r>
              <a:rPr lang="en-IE" dirty="0"/>
              <a:t>All prices and market information are hypothetical for this exercise.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7780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7C5EE-2651-8AD9-30A0-85216C0E5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470E3-2217-14DA-63B6-C5595BF5F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E" dirty="0"/>
          </a:p>
          <a:p>
            <a:pPr lvl="0"/>
            <a:r>
              <a:rPr lang="en-IE" dirty="0"/>
              <a:t>Would you recommend penetration pricing or market-skimming pricing for </a:t>
            </a:r>
            <a:r>
              <a:rPr lang="en-IE" dirty="0" err="1"/>
              <a:t>FreshFizz's</a:t>
            </a:r>
            <a:r>
              <a:rPr lang="en-IE" dirty="0"/>
              <a:t> launch? Explain your reasoning.</a:t>
            </a:r>
          </a:p>
          <a:p>
            <a:pPr lvl="0"/>
            <a:r>
              <a:rPr lang="en-IE" dirty="0"/>
              <a:t>What retail price would you set for </a:t>
            </a:r>
            <a:r>
              <a:rPr lang="en-IE" dirty="0" err="1"/>
              <a:t>FreshFizz</a:t>
            </a:r>
            <a:r>
              <a:rPr lang="en-IE" dirty="0"/>
              <a:t>? Would you adopt cost-based pricing or customer value-based pricing? Justify your decision.</a:t>
            </a:r>
          </a:p>
          <a:p>
            <a:pPr lvl="0"/>
            <a:r>
              <a:rPr lang="en-IE" dirty="0"/>
              <a:t>Imagine demand increases significantly during Singapore's hottest months. Would you recommend dynamic pricing? Why or why not?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83521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23581-559A-409A-32AF-CE9181436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4930F-FC1B-0B51-EF6A-BB5C863C8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E" dirty="0"/>
              <a:t>Would you use any distribution intermediary</a:t>
            </a:r>
            <a:r>
              <a:rPr lang="en-IE"/>
              <a:t>? Explain </a:t>
            </a:r>
            <a:r>
              <a:rPr lang="en-IE" dirty="0"/>
              <a:t>your choice briefly</a:t>
            </a:r>
          </a:p>
          <a:p>
            <a:pPr lvl="0"/>
            <a:r>
              <a:rPr lang="en-IE" dirty="0"/>
              <a:t>Which distribution strategy would you recommend: intensive, selective, or exclusive distribution? Explain why.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1718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06578-95F4-DCE0-4B3A-7567850AD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BF142-A6CA-4EB8-9998-2A21D2920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Six months after launch, </a:t>
            </a:r>
            <a:r>
              <a:rPr lang="en-IE" dirty="0" err="1"/>
              <a:t>FreshFizz</a:t>
            </a:r>
            <a:r>
              <a:rPr lang="en-IE" dirty="0"/>
              <a:t> has gained popularity. However, a competitor introduces a similar drink at S$1.80, while retailers demand higher margins to continue stocking </a:t>
            </a:r>
            <a:r>
              <a:rPr lang="en-IE" dirty="0" err="1"/>
              <a:t>FreshFizz</a:t>
            </a:r>
            <a:r>
              <a:rPr lang="en-IE" dirty="0"/>
              <a:t>.</a:t>
            </a:r>
          </a:p>
          <a:p>
            <a:r>
              <a:rPr lang="en-IE" dirty="0"/>
              <a:t>Would you change your pricing strategy, distribution strategy, both, or neither? Defend your decision.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1120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6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398C2D-8966-4ED4-B0FC-861814E00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005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NTIMETER_SERIES_ID_KEY" val="alzo4cgarxpqky5oi4zn9ccqshsumttn"/>
  <p:tag name="CONNECTED_USER" val="2240995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7.5|0.8|43.4|11.9|54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2520</Words>
  <Application>Microsoft Office PowerPoint</Application>
  <PresentationFormat>Widescreen</PresentationFormat>
  <Paragraphs>560</Paragraphs>
  <Slides>80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80</vt:i4>
      </vt:variant>
    </vt:vector>
  </HeadingPairs>
  <TitlesOfParts>
    <vt:vector size="92" baseType="lpstr">
      <vt:lpstr>Arial</vt:lpstr>
      <vt:lpstr>Arial MT</vt:lpstr>
      <vt:lpstr>Calibri</vt:lpstr>
      <vt:lpstr>Calibri Light</vt:lpstr>
      <vt:lpstr>Gill Sans MT</vt:lpstr>
      <vt:lpstr>robotoregular</vt:lpstr>
      <vt:lpstr>Times New Roman</vt:lpstr>
      <vt:lpstr>Wingdings</vt:lpstr>
      <vt:lpstr>Office Theme</vt:lpstr>
      <vt:lpstr>1_Office Theme</vt:lpstr>
      <vt:lpstr>2_Office Theme</vt:lpstr>
      <vt:lpstr>4_Office Theme</vt:lpstr>
      <vt:lpstr>Marketing in a Digital Era</vt:lpstr>
      <vt:lpstr>Exercises on BrightSpace</vt:lpstr>
      <vt:lpstr>How the “Digital” World is Changing the 4P’s of Marketing</vt:lpstr>
      <vt:lpstr>Product: Sharing Economy &amp; Non-ownership of Assets</vt:lpstr>
      <vt:lpstr>Sharing Economy</vt:lpstr>
      <vt:lpstr>Examples of Shift in “Distribution”</vt:lpstr>
      <vt:lpstr>Dropshipping</vt:lpstr>
      <vt:lpstr>Subscriptions of Physical/Digital Products</vt:lpstr>
      <vt:lpstr>Examples of Shift in “Pricing”</vt:lpstr>
      <vt:lpstr>More Opportunities for Dynamic Pricing</vt:lpstr>
      <vt:lpstr>Exercise 1 on Brightspace</vt:lpstr>
      <vt:lpstr>Review Session</vt:lpstr>
      <vt:lpstr>Process of Marketing Strategy </vt:lpstr>
      <vt:lpstr>Find a Target Segment Before You Introduce a Product</vt:lpstr>
      <vt:lpstr>Reverse?</vt:lpstr>
      <vt:lpstr>Needs of different Target segments for this Umbrella</vt:lpstr>
      <vt:lpstr>But What about profitability?</vt:lpstr>
      <vt:lpstr>A Segmentation Variable Overlooked: Behavior </vt:lpstr>
      <vt:lpstr>Revision : Brief Recap of all classes</vt:lpstr>
      <vt:lpstr>Marketing’s Contribution to Business</vt:lpstr>
      <vt:lpstr>Development Strategies</vt:lpstr>
      <vt:lpstr>BCG Matrix</vt:lpstr>
      <vt:lpstr>Marketing Planning Process</vt:lpstr>
      <vt:lpstr>An organisation vs. its environment</vt:lpstr>
      <vt:lpstr>Situation analysis: Goals</vt:lpstr>
      <vt:lpstr>SWOT Analysis  </vt:lpstr>
      <vt:lpstr>Microenvironment</vt:lpstr>
      <vt:lpstr>Microenvironment Analysis: Porter’s Five Forces model </vt:lpstr>
      <vt:lpstr>Macroenvironment</vt:lpstr>
      <vt:lpstr>Macroenvironment: PESTEL</vt:lpstr>
      <vt:lpstr>Integrated Model of Consumer Behavior</vt:lpstr>
      <vt:lpstr>Marketing strategy: the “STP”</vt:lpstr>
      <vt:lpstr>Segmentation variables </vt:lpstr>
      <vt:lpstr>How &amp; Why to Segment?</vt:lpstr>
      <vt:lpstr>Targeting</vt:lpstr>
      <vt:lpstr>TARGETING</vt:lpstr>
      <vt:lpstr>Types of Targeting</vt:lpstr>
      <vt:lpstr>Positioning </vt:lpstr>
      <vt:lpstr>The ‘Process’ of Positioning</vt:lpstr>
      <vt:lpstr>Differentiation : To stand out!</vt:lpstr>
      <vt:lpstr>How to differentiate?</vt:lpstr>
      <vt:lpstr>PowerPoint Presentation</vt:lpstr>
      <vt:lpstr>Product Dimensions</vt:lpstr>
      <vt:lpstr>Importance-performance Analysis Of Product Quality</vt:lpstr>
      <vt:lpstr>Strategic Brand Decisions </vt:lpstr>
      <vt:lpstr>Brand Management: Brand Extension &amp; Launches</vt:lpstr>
      <vt:lpstr>PowerPoint Presentation</vt:lpstr>
      <vt:lpstr>PowerPoint Presentation</vt:lpstr>
      <vt:lpstr>Product Life Cycle </vt:lpstr>
      <vt:lpstr>Diffusion of Innovation</vt:lpstr>
      <vt:lpstr>Value Proposition Matrix </vt:lpstr>
      <vt:lpstr>Environmental Influences</vt:lpstr>
      <vt:lpstr>Pricing Strategies</vt:lpstr>
      <vt:lpstr>Customer Value-Based Pricing</vt:lpstr>
      <vt:lpstr>Cost-based Pricing vs. Value-based Pricing</vt:lpstr>
      <vt:lpstr>Pricing strategies based on PLC</vt:lpstr>
      <vt:lpstr>Distribution Intermediaries</vt:lpstr>
      <vt:lpstr>Number of Channel Levels</vt:lpstr>
      <vt:lpstr>Distribution Intensity</vt:lpstr>
      <vt:lpstr>Intensive distribution</vt:lpstr>
      <vt:lpstr>Exclusive distribution</vt:lpstr>
      <vt:lpstr>Selective Distribution</vt:lpstr>
      <vt:lpstr>Disintermediation</vt:lpstr>
      <vt:lpstr>Multichannel distribution systems </vt:lpstr>
      <vt:lpstr>Multichannel vs. Omnichannel</vt:lpstr>
      <vt:lpstr>Marketing Objectives &amp; Marketing Mix</vt:lpstr>
      <vt:lpstr>Planning Communication Mix</vt:lpstr>
      <vt:lpstr>Message Content</vt:lpstr>
      <vt:lpstr>Marketing Communication Media</vt:lpstr>
      <vt:lpstr>Types of communication media  </vt:lpstr>
      <vt:lpstr>KPI’s in Advertising</vt:lpstr>
      <vt:lpstr>Digital Marketing</vt:lpstr>
      <vt:lpstr>PowerPoint Presentation</vt:lpstr>
      <vt:lpstr>Search</vt:lpstr>
      <vt:lpstr>Content Marketing</vt:lpstr>
      <vt:lpstr>Practice Exercise</vt:lpstr>
      <vt:lpstr>Pricing</vt:lpstr>
      <vt:lpstr>Distribution</vt:lpstr>
      <vt:lpstr>What Next?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Retail</dc:title>
  <dc:creator>Anshu Suri</dc:creator>
  <cp:lastModifiedBy>Anshu Suri</cp:lastModifiedBy>
  <cp:revision>166</cp:revision>
  <cp:lastPrinted>2022-01-21T11:56:27Z</cp:lastPrinted>
  <dcterms:created xsi:type="dcterms:W3CDTF">2022-01-13T11:47:26Z</dcterms:created>
  <dcterms:modified xsi:type="dcterms:W3CDTF">2026-09-30T13:32:56Z</dcterms:modified>
</cp:coreProperties>
</file>